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84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390" r:id="rId7"/>
    <p:sldId id="391" r:id="rId8"/>
    <p:sldId id="384" r:id="rId9"/>
    <p:sldId id="386" r:id="rId10"/>
  </p:sldIdLst>
  <p:sldSz cx="12192000" cy="6858000"/>
  <p:notesSz cx="6858000" cy="9144000"/>
  <p:embeddedFontLst>
    <p:embeddedFont>
      <p:font typeface="Director" pitchFamily="2" charset="0"/>
      <p:regular r:id="rId12"/>
    </p:embeddedFont>
    <p:embeddedFont>
      <p:font typeface="Inter" panose="020B0502030000000004" pitchFamily="34" charset="0"/>
      <p:regular r:id="rId13"/>
      <p:bold r:id="rId1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82256" autoAdjust="0"/>
  </p:normalViewPr>
  <p:slideViewPr>
    <p:cSldViewPr snapToGrid="0">
      <p:cViewPr varScale="1">
        <p:scale>
          <a:sx n="91" d="100"/>
          <a:sy n="91" d="100"/>
        </p:scale>
        <p:origin x="129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F2004C-AD6B-4A9A-A490-3730F26EBC0C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32E1F9-DBAF-42A1-8007-52995384E2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9474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CAD52-DA28-4E78-92DA-C35A0DBEE03A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1C6A2-2CF9-4222-B8D2-FCFCE1CCE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3566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CAD52-DA28-4E78-92DA-C35A0DBEE03A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1C6A2-2CF9-4222-B8D2-FCFCE1CCE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70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CAD52-DA28-4E78-92DA-C35A0DBEE03A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1C6A2-2CF9-4222-B8D2-FCFCE1CCE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1905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CAD52-DA28-4E78-92DA-C35A0DBEE03A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1C6A2-2CF9-4222-B8D2-FCFCE1CCE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0790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CAD52-DA28-4E78-92DA-C35A0DBEE03A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1C6A2-2CF9-4222-B8D2-FCFCE1CCE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4318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CAD52-DA28-4E78-92DA-C35A0DBEE03A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1C6A2-2CF9-4222-B8D2-FCFCE1CCE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542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CAD52-DA28-4E78-92DA-C35A0DBEE03A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1C6A2-2CF9-4222-B8D2-FCFCE1CCE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610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CAD52-DA28-4E78-92DA-C35A0DBEE03A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1C6A2-2CF9-4222-B8D2-FCFCE1CCE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34904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CAD52-DA28-4E78-92DA-C35A0DBEE03A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1C6A2-2CF9-4222-B8D2-FCFCE1CCE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1516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CAD52-DA28-4E78-92DA-C35A0DBEE03A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1C6A2-2CF9-4222-B8D2-FCFCE1CCE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8722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CAD52-DA28-4E78-92DA-C35A0DBEE03A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1C6A2-2CF9-4222-B8D2-FCFCE1CCE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4185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6CAD52-DA28-4E78-92DA-C35A0DBEE03A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91C6A2-2CF9-4222-B8D2-FCFCE1CCE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867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hylandtechoutreach.github.io/hs-internship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08A8A-4C09-7F9A-EB2A-EB5E877E97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22363"/>
            <a:ext cx="12192000" cy="2387600"/>
          </a:xfrm>
        </p:spPr>
        <p:txBody>
          <a:bodyPr/>
          <a:lstStyle/>
          <a:p>
            <a:r>
              <a:rPr lang="en-US" dirty="0"/>
              <a:t>HS Interns 2026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FDD527-07D6-378F-63C7-48A7228485C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rgbClr val="333333"/>
                </a:solidFill>
                <a:highlight>
                  <a:srgbClr val="FFFFFF"/>
                </a:highlight>
                <a:latin typeface="Inter" panose="02000503000000020004" pitchFamily="2" charset="0"/>
              </a:rPr>
              <a:t>Meet </a:t>
            </a:r>
            <a:r>
              <a:rPr lang="en-US">
                <a:solidFill>
                  <a:srgbClr val="333333"/>
                </a:solidFill>
                <a:highlight>
                  <a:srgbClr val="FFFFFF"/>
                </a:highlight>
                <a:latin typeface="Inter" panose="02000503000000020004" pitchFamily="2" charset="0"/>
              </a:rPr>
              <a:t>Your Team 👋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22627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B587B-6D0C-5F85-B3BC-79A0D8F50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83865-185C-87B8-84A2-C29ECF3CEE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Internship Homepage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Overview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Intake Questionnaire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Team Building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What’s Left for Today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755262-1F99-5AE4-F8C6-8D70189AD1C5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0678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1B38C-AF6F-632E-0B19-A04DFEBCF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Internship Homepage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5EA511-E56A-F87E-9377-A7CC5CECAF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2586" y="2701925"/>
            <a:ext cx="10515600" cy="7270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>
                <a:hlinkClick r:id="rId2"/>
              </a:rPr>
              <a:t>hylandtechoutreach.github.io/</a:t>
            </a:r>
            <a:r>
              <a:rPr lang="en-US" sz="3200" dirty="0" err="1">
                <a:hlinkClick r:id="rId2"/>
              </a:rPr>
              <a:t>hs</a:t>
            </a:r>
            <a:r>
              <a:rPr lang="en-US" sz="3200" dirty="0">
                <a:hlinkClick r:id="rId2"/>
              </a:rPr>
              <a:t>-internship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6256419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1B38C-AF6F-632E-0B19-A04DFEBCF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Internship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5EA511-E56A-F87E-9377-A7CC5CECAF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Philosophy &amp; Goals: </a:t>
            </a:r>
            <a:r>
              <a:rPr lang="en-US" sz="4400" b="1" dirty="0"/>
              <a:t>it’s up to you</a:t>
            </a:r>
          </a:p>
          <a:p>
            <a:r>
              <a:rPr lang="en-US" sz="4400" dirty="0"/>
              <a:t>Project: </a:t>
            </a:r>
            <a:r>
              <a:rPr lang="en-US" sz="4400" b="1" dirty="0"/>
              <a:t>Hyland Tech Outreach Portal</a:t>
            </a:r>
          </a:p>
          <a:p>
            <a:r>
              <a:rPr lang="en-US" sz="4400" dirty="0"/>
              <a:t>Expectations: </a:t>
            </a:r>
            <a:r>
              <a:rPr lang="en-US" sz="4400" b="1" dirty="0"/>
              <a:t>be professional</a:t>
            </a:r>
          </a:p>
          <a:p>
            <a:r>
              <a:rPr lang="en-US" sz="4400" dirty="0"/>
              <a:t>Calendar: </a:t>
            </a:r>
            <a:r>
              <a:rPr lang="en-US" sz="4400" b="1"/>
              <a:t>check Outlook ☑️☑️</a:t>
            </a:r>
            <a:endParaRPr lang="en-US" sz="4400" b="1" dirty="0"/>
          </a:p>
          <a:p>
            <a:r>
              <a:rPr lang="en-US" sz="4400" dirty="0"/>
              <a:t>Dealing with downtime: </a:t>
            </a:r>
            <a:r>
              <a:rPr lang="en-US" sz="4400" b="1" dirty="0"/>
              <a:t>fun things</a:t>
            </a:r>
          </a:p>
        </p:txBody>
      </p:sp>
    </p:spTree>
    <p:extLst>
      <p:ext uri="{BB962C8B-B14F-4D97-AF65-F5344CB8AC3E}">
        <p14:creationId xmlns:p14="http://schemas.microsoft.com/office/powerpoint/2010/main" val="310154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4A5A1-B73D-2E7D-4033-C1A7F7A9D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Intake Questionnaire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75C117-A493-54CF-8F04-985A6B790E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i="1" dirty="0"/>
              <a:t>find the link, answer the questions, share more about yourself</a:t>
            </a:r>
          </a:p>
        </p:txBody>
      </p:sp>
    </p:spTree>
    <p:extLst>
      <p:ext uri="{BB962C8B-B14F-4D97-AF65-F5344CB8AC3E}">
        <p14:creationId xmlns:p14="http://schemas.microsoft.com/office/powerpoint/2010/main" val="19968582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4A5A1-B73D-2E7D-4033-C1A7F7A9D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 Building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75C117-A493-54CF-8F04-985A6B790E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i="1" dirty="0"/>
              <a:t>let’s have some fun!</a:t>
            </a:r>
          </a:p>
        </p:txBody>
      </p:sp>
    </p:spTree>
    <p:extLst>
      <p:ext uri="{BB962C8B-B14F-4D97-AF65-F5344CB8AC3E}">
        <p14:creationId xmlns:p14="http://schemas.microsoft.com/office/powerpoint/2010/main" val="38546709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A5903-FAB7-46F1-FDF0-3ACCAC361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Left for Today?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84075D48-CC5F-10E4-E4D3-7F12C2B70EE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16400332"/>
              </p:ext>
            </p:extLst>
          </p:nvPr>
        </p:nvGraphicFramePr>
        <p:xfrm>
          <a:off x="838200" y="1690688"/>
          <a:ext cx="10515600" cy="36076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0920">
                  <a:extLst>
                    <a:ext uri="{9D8B030D-6E8A-4147-A177-3AD203B41FA5}">
                      <a16:colId xmlns:a16="http://schemas.microsoft.com/office/drawing/2014/main" val="3960828698"/>
                    </a:ext>
                  </a:extLst>
                </a:gridCol>
                <a:gridCol w="6964680">
                  <a:extLst>
                    <a:ext uri="{9D8B030D-6E8A-4147-A177-3AD203B41FA5}">
                      <a16:colId xmlns:a16="http://schemas.microsoft.com/office/drawing/2014/main" val="1224986854"/>
                    </a:ext>
                  </a:extLst>
                </a:gridCol>
              </a:tblGrid>
              <a:tr h="721524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Time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Activity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70158437"/>
                  </a:ext>
                </a:extLst>
              </a:tr>
              <a:tr h="721524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12:00-12:30pm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Lunch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8349146"/>
                  </a:ext>
                </a:extLst>
              </a:tr>
              <a:tr h="721524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12:30-1:00pm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Desk Time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18716365"/>
                  </a:ext>
                </a:extLst>
              </a:tr>
              <a:tr h="721524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1:00pm-2:00pm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Project Introduction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4540423"/>
                  </a:ext>
                </a:extLst>
              </a:tr>
              <a:tr h="721524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2:00pm-4:00pm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Desk Time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480026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26216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43D9E-7C2E-489A-A90C-948A9ED5E2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5400" dirty="0"/>
              <a:t>First Week Checklist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ADFC6A-6F87-9200-21AC-FE0965ED13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i="1" dirty="0" err="1"/>
              <a:t>gotta</a:t>
            </a:r>
            <a:r>
              <a:rPr lang="en-US" i="1" dirty="0"/>
              <a:t> check ‘</a:t>
            </a:r>
            <a:r>
              <a:rPr lang="en-US" i="1" dirty="0" err="1"/>
              <a:t>em</a:t>
            </a:r>
            <a:r>
              <a:rPr lang="en-US" i="1" dirty="0"/>
              <a:t> all!</a:t>
            </a:r>
          </a:p>
        </p:txBody>
      </p:sp>
    </p:spTree>
    <p:extLst>
      <p:ext uri="{BB962C8B-B14F-4D97-AF65-F5344CB8AC3E}">
        <p14:creationId xmlns:p14="http://schemas.microsoft.com/office/powerpoint/2010/main" val="9654775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9C0DC-B238-3823-59FF-55A5FC421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F25B73-B2E7-9DC4-7B36-887C5D6207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i="1" dirty="0"/>
              <a:t>lunch </a:t>
            </a:r>
            <a:r>
              <a:rPr lang="en-US" i="1"/>
              <a:t>is next!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2713079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7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83CAEB"/>
      </a:accent1>
      <a:accent2>
        <a:srgbClr val="FFCC66"/>
      </a:accent2>
      <a:accent3>
        <a:srgbClr val="33CC33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App Project 2024">
      <a:majorFont>
        <a:latin typeface="Director"/>
        <a:ea typeface=""/>
        <a:cs typeface=""/>
      </a:majorFont>
      <a:minorFont>
        <a:latin typeface="Inter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915</TotalTime>
  <Words>113</Words>
  <Application>Microsoft Office PowerPoint</Application>
  <PresentationFormat>Widescreen</PresentationFormat>
  <Paragraphs>35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Inter</vt:lpstr>
      <vt:lpstr>Director</vt:lpstr>
      <vt:lpstr>Office Theme</vt:lpstr>
      <vt:lpstr>HS Interns 2026</vt:lpstr>
      <vt:lpstr>Agenda</vt:lpstr>
      <vt:lpstr>Internship Homepage</vt:lpstr>
      <vt:lpstr>Internship Overview</vt:lpstr>
      <vt:lpstr>Intake Questionnaire</vt:lpstr>
      <vt:lpstr>Team Building</vt:lpstr>
      <vt:lpstr>What’s Left for Today?</vt:lpstr>
      <vt:lpstr>First Week Checklist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 Project 2024</dc:title>
  <dc:creator>Joseph Maxwell</dc:creator>
  <cp:lastModifiedBy>Joseph Maxwell</cp:lastModifiedBy>
  <cp:revision>14</cp:revision>
  <dcterms:created xsi:type="dcterms:W3CDTF">2024-06-11T12:54:16Z</dcterms:created>
  <dcterms:modified xsi:type="dcterms:W3CDTF">2026-06-01T15:33:33Z</dcterms:modified>
</cp:coreProperties>
</file>