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4" r:id="rId1"/>
    <p:sldMasterId id="2147483696" r:id="rId2"/>
    <p:sldMasterId id="2147483742" r:id="rId3"/>
    <p:sldMasterId id="2147483747" r:id="rId4"/>
  </p:sldMasterIdLst>
  <p:notesMasterIdLst>
    <p:notesMasterId r:id="rId23"/>
  </p:notesMasterIdLst>
  <p:sldIdLst>
    <p:sldId id="256" r:id="rId5"/>
    <p:sldId id="257" r:id="rId6"/>
    <p:sldId id="387" r:id="rId7"/>
    <p:sldId id="546" r:id="rId8"/>
    <p:sldId id="303" r:id="rId9"/>
    <p:sldId id="558" r:id="rId10"/>
    <p:sldId id="390" r:id="rId11"/>
    <p:sldId id="391" r:id="rId12"/>
    <p:sldId id="389" r:id="rId13"/>
    <p:sldId id="547" r:id="rId14"/>
    <p:sldId id="548" r:id="rId15"/>
    <p:sldId id="549" r:id="rId16"/>
    <p:sldId id="550" r:id="rId17"/>
    <p:sldId id="551" r:id="rId18"/>
    <p:sldId id="264" r:id="rId19"/>
    <p:sldId id="557" r:id="rId20"/>
    <p:sldId id="388" r:id="rId21"/>
    <p:sldId id="386" r:id="rId22"/>
  </p:sldIdLst>
  <p:sldSz cx="12192000" cy="6858000"/>
  <p:notesSz cx="6858000" cy="9144000"/>
  <p:embeddedFontLst>
    <p:embeddedFont>
      <p:font typeface="Director" pitchFamily="2" charset="0"/>
      <p:regular r:id="rId24"/>
    </p:embeddedFont>
    <p:embeddedFont>
      <p:font typeface="Elephant" panose="02020904090505020303" pitchFamily="18" charset="0"/>
      <p:regular r:id="rId25"/>
      <p:italic r:id="rId26"/>
    </p:embeddedFont>
    <p:embeddedFont>
      <p:font typeface="Inter" panose="020B0502030000000004" pitchFamily="34" charset="0"/>
      <p:regular r:id="rId27"/>
      <p:bold r:id="rId28"/>
    </p:embeddedFont>
    <p:embeddedFont>
      <p:font typeface="Miriam Libre" panose="00000500000000000000" pitchFamily="2" charset="-79"/>
      <p:regular r:id="rId29"/>
      <p:bold r:id="rId30"/>
    </p:embeddedFont>
    <p:embeddedFont>
      <p:font typeface="Roboto Condensed Light" panose="02000000000000000000" pitchFamily="2" charset="0"/>
      <p:regular r:id="rId31"/>
      <p:italic r:id="rId32"/>
    </p:embeddedFont>
    <p:embeddedFont>
      <p:font typeface="Segoe UI" panose="020B0502040204020203" pitchFamily="34"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2256" autoAdjust="0"/>
  </p:normalViewPr>
  <p:slideViewPr>
    <p:cSldViewPr snapToGrid="0">
      <p:cViewPr varScale="1">
        <p:scale>
          <a:sx n="91" d="100"/>
          <a:sy n="91" d="100"/>
        </p:scale>
        <p:origin x="12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1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2004C-AD6B-4A9A-A490-3730F26EBC0C}"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32E1F9-DBAF-42A1-8007-52995384E2A7}" type="slidenum">
              <a:rPr lang="en-US" smtClean="0"/>
              <a:t>‹#›</a:t>
            </a:fld>
            <a:endParaRPr lang="en-US"/>
          </a:p>
        </p:txBody>
      </p:sp>
    </p:spTree>
    <p:extLst>
      <p:ext uri="{BB962C8B-B14F-4D97-AF65-F5344CB8AC3E}">
        <p14:creationId xmlns:p14="http://schemas.microsoft.com/office/powerpoint/2010/main" val="3141947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Hyland was founded in 1991.</a:t>
            </a:r>
          </a:p>
          <a:p>
            <a:r>
              <a:rPr lang="en-US" dirty="0"/>
              <a:t>Hyland has a lot of products, but OnBase is the flagship.</a:t>
            </a:r>
          </a:p>
          <a:p>
            <a:r>
              <a:rPr lang="en-US" dirty="0"/>
              <a:t>Hyland helps organizations manage their content.</a:t>
            </a:r>
          </a:p>
          <a:p>
            <a:r>
              <a:rPr lang="en-US" dirty="0"/>
              <a:t>These is what they OnBase website looked like in the 90s. It was a long time ago.</a:t>
            </a:r>
          </a:p>
        </p:txBody>
      </p:sp>
    </p:spTree>
    <p:extLst>
      <p:ext uri="{BB962C8B-B14F-4D97-AF65-F5344CB8AC3E}">
        <p14:creationId xmlns:p14="http://schemas.microsoft.com/office/powerpoint/2010/main" val="692435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7999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need anything during training or throughout the summer, please email techoutreach@hyland.com. This goes to all of us - we’ll get back to you as soon as we can.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Your email address will be your first name . Last name @hyland.com – we use Outlook (email and calendar) – you will be getting a lot of emails and calendar invites this week </a:t>
            </a:r>
          </a:p>
          <a:p>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10</a:t>
            </a:fld>
            <a:endParaRPr lang="en-US"/>
          </a:p>
        </p:txBody>
      </p:sp>
    </p:spTree>
    <p:extLst>
      <p:ext uri="{BB962C8B-B14F-4D97-AF65-F5344CB8AC3E}">
        <p14:creationId xmlns:p14="http://schemas.microsoft.com/office/powerpoint/2010/main" val="621370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defRPr/>
            </a:pPr>
            <a:r>
              <a:rPr lang="en-US" b="0" dirty="0"/>
              <a:t>We are flexible with hours - You can work out your start, end, lunch, and break times with your Internship Mentors</a:t>
            </a:r>
            <a:endParaRPr lang="en-US" b="0" dirty="0">
              <a:cs typeface="Calibri"/>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t>We can be flexible at times as needed (ex: doc appt, make up time next day to still get hours)</a:t>
            </a:r>
          </a:p>
          <a:p>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11</a:t>
            </a:fld>
            <a:endParaRPr lang="en-US"/>
          </a:p>
        </p:txBody>
      </p:sp>
    </p:spTree>
    <p:extLst>
      <p:ext uri="{BB962C8B-B14F-4D97-AF65-F5344CB8AC3E}">
        <p14:creationId xmlns:p14="http://schemas.microsoft.com/office/powerpoint/2010/main" val="650819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You are allowed to take time off over the summer (ex: vacations, appointments, or need a day off), but it is unpaid – talk directly with your internship mentor for any time off you will need – block it on your calendar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Hyland is closed July 4</a:t>
            </a:r>
            <a:r>
              <a:rPr lang="en-US" b="0" baseline="30000" dirty="0"/>
              <a:t>th</a:t>
            </a:r>
            <a:r>
              <a:rPr lang="en-US" b="0" dirty="0"/>
              <a:t> – you have the day off, but it is unpaid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r>
              <a:rPr lang="en-US" dirty="0"/>
              <a:t>Unscheduled Time Off – if you wake up not feeling well or have something come up and find out that morning you can’t work, you can email techoutreach@hyland.com </a:t>
            </a:r>
          </a:p>
          <a:p>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12</a:t>
            </a:fld>
            <a:endParaRPr lang="en-US"/>
          </a:p>
        </p:txBody>
      </p:sp>
    </p:spTree>
    <p:extLst>
      <p:ext uri="{BB962C8B-B14F-4D97-AF65-F5344CB8AC3E}">
        <p14:creationId xmlns:p14="http://schemas.microsoft.com/office/powerpoint/2010/main" val="2681950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 best practice to always have your email open and check it throughout the day</a:t>
            </a:r>
          </a:p>
          <a:p>
            <a:r>
              <a:rPr lang="en-US" dirty="0"/>
              <a:t>Also, check your calendar regularly so you aren’t missing any meetings (respond to meeting invites)</a:t>
            </a:r>
          </a:p>
          <a:p>
            <a:endParaRPr lang="en-US" dirty="0"/>
          </a:p>
          <a:p>
            <a:r>
              <a:rPr lang="en-US" dirty="0"/>
              <a:t>You should also always be logged in to Teams our internal messaging system. Quick questions/less formal than email. Be mindful of when people are marked as busy/available (Intern Teams group – Anna to manage)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professionalism in mind with all communications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CAMERA ON (people schedule meetings via Zoom OR Teams) - expectation</a:t>
            </a:r>
          </a:p>
          <a:p>
            <a:endParaRPr lang="en-US" dirty="0"/>
          </a:p>
          <a:p>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13</a:t>
            </a:fld>
            <a:endParaRPr lang="en-US"/>
          </a:p>
        </p:txBody>
      </p:sp>
    </p:spTree>
    <p:extLst>
      <p:ext uri="{BB962C8B-B14F-4D97-AF65-F5344CB8AC3E}">
        <p14:creationId xmlns:p14="http://schemas.microsoft.com/office/powerpoint/2010/main" val="4291277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baseline="0" dirty="0"/>
              <a:t>There are internal resources to assist you during the summer. You will be able to go through the HR Portal and Hyland HUB in depth during your self-paced training. These are both great recourses to go to if you have questions. </a:t>
            </a:r>
          </a:p>
          <a:p>
            <a:endParaRPr lang="en-US" b="0" baseline="0" dirty="0"/>
          </a:p>
          <a:p>
            <a:r>
              <a:rPr lang="en-US" b="0" baseline="0" dirty="0"/>
              <a:t>HUB: </a:t>
            </a:r>
          </a:p>
          <a:p>
            <a:r>
              <a:rPr lang="en-US" b="0" baseline="0" dirty="0"/>
              <a:t>Landing pages with tiles </a:t>
            </a:r>
            <a:r>
              <a:rPr lang="en-US" b="0" i="1" baseline="0" dirty="0"/>
              <a:t>(if you have time can show them yours) </a:t>
            </a:r>
          </a:p>
          <a:p>
            <a:endParaRPr lang="en-US" b="0" baseline="0" dirty="0"/>
          </a:p>
          <a:p>
            <a:r>
              <a:rPr lang="en-US" b="0" baseline="0" dirty="0"/>
              <a:t>HR Portal:</a:t>
            </a:r>
          </a:p>
          <a:p>
            <a:r>
              <a:rPr lang="en-US" b="0" baseline="0" dirty="0"/>
              <a:t>There’s a ton of information here on our company, events, policies, benefits, and much more (just for Hyland employees – need to be connected to Hyland’s network)</a:t>
            </a:r>
          </a:p>
          <a:p>
            <a:r>
              <a:rPr lang="en-US" b="0" baseline="0" dirty="0"/>
              <a:t>There is a page on the HR Portal created just for interns (you can see events, programs, resources, important information) </a:t>
            </a:r>
          </a:p>
          <a:p>
            <a:endParaRPr lang="en-US" b="0" baseline="0" dirty="0"/>
          </a:p>
          <a:p>
            <a:r>
              <a:rPr lang="en-US" b="0" baseline="0" dirty="0"/>
              <a:t>There are directions in Cornerstone training to show you how to navigate these</a:t>
            </a:r>
          </a:p>
          <a:p>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14</a:t>
            </a:fld>
            <a:endParaRPr lang="en-US"/>
          </a:p>
        </p:txBody>
      </p:sp>
    </p:spTree>
    <p:extLst>
      <p:ext uri="{BB962C8B-B14F-4D97-AF65-F5344CB8AC3E}">
        <p14:creationId xmlns:p14="http://schemas.microsoft.com/office/powerpoint/2010/main" val="1803999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End date - We will reach out to you to gather end dates later this summer.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We ask for all interns to do an end of summer presentation. You will schedule this yourself and can invite your Manager, Mentor, Team, leaders, and other interns. It’s a 5-10 presentation recapping your summer, talking about projects, what you learned, and the fun events you attended. You can be completely creative with this and can use a PowerPoint if you want. We will send you a reminder to schedule these. </a:t>
            </a:r>
          </a:p>
          <a:p>
            <a:endParaRPr lang="en-US" b="0" dirty="0"/>
          </a:p>
          <a:p>
            <a:endParaRPr lang="en-US" b="0" dirty="0"/>
          </a:p>
          <a:p>
            <a:endParaRPr lang="en-US" b="0" dirty="0">
              <a:ea typeface="Calibri"/>
              <a:cs typeface="Calibri"/>
            </a:endParaRPr>
          </a:p>
          <a:p>
            <a:endParaRPr lang="en-US" b="0" dirty="0">
              <a:ea typeface="Calibri"/>
              <a:cs typeface="Calibri"/>
            </a:endParaRPr>
          </a:p>
          <a:p>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15</a:t>
            </a:fld>
            <a:endParaRPr lang="en-US"/>
          </a:p>
        </p:txBody>
      </p:sp>
    </p:spTree>
    <p:extLst>
      <p:ext uri="{BB962C8B-B14F-4D97-AF65-F5344CB8AC3E}">
        <p14:creationId xmlns:p14="http://schemas.microsoft.com/office/powerpoint/2010/main" val="1834851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We will be sending you a ton of emails during your first week, please pay attention to all </a:t>
            </a:r>
          </a:p>
          <a:p>
            <a:endParaRPr lang="en-US" dirty="0"/>
          </a:p>
          <a:p>
            <a:r>
              <a:rPr lang="en-US" dirty="0"/>
              <a:t>Came at exciting time – new CEO next week </a:t>
            </a:r>
          </a:p>
          <a:p>
            <a:endParaRPr lang="en-US" dirty="0"/>
          </a:p>
          <a:p>
            <a:r>
              <a:rPr lang="en-US" dirty="0"/>
              <a:t>My Time Off</a:t>
            </a:r>
          </a:p>
          <a:p>
            <a:endParaRPr lang="en-US" dirty="0"/>
          </a:p>
        </p:txBody>
      </p:sp>
      <p:sp>
        <p:nvSpPr>
          <p:cNvPr id="4" name="Slide Number Placeholder 3"/>
          <p:cNvSpPr>
            <a:spLocks noGrp="1"/>
          </p:cNvSpPr>
          <p:nvPr>
            <p:ph type="sldNum" sz="quarter" idx="5"/>
          </p:nvPr>
        </p:nvSpPr>
        <p:spPr/>
        <p:txBody>
          <a:bodyPr/>
          <a:lstStyle/>
          <a:p>
            <a:fld id="{DEC8F7F9-57EC-49CF-9FCD-2B781E4B449F}" type="slidenum">
              <a:rPr lang="en-US" smtClean="0"/>
              <a:t>16</a:t>
            </a:fld>
            <a:endParaRPr lang="en-US"/>
          </a:p>
        </p:txBody>
      </p:sp>
    </p:spTree>
    <p:extLst>
      <p:ext uri="{BB962C8B-B14F-4D97-AF65-F5344CB8AC3E}">
        <p14:creationId xmlns:p14="http://schemas.microsoft.com/office/powerpoint/2010/main" val="2776461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4.xml"/><Relationship Id="rId4" Type="http://schemas.openxmlformats.org/officeDocument/2006/relationships/hyperlink" Target="http://bit.ly/2TtBDfr" TargetMode="Externa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938356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340970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CAD52-DA28-4E78-92DA-C35A0DBEE03A}"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2360190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CAD52-DA28-4E78-92DA-C35A0DBEE03A}"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1999079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CAD52-DA28-4E78-92DA-C35A0DBEE03A}"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2392431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CAD52-DA28-4E78-92DA-C35A0DBEE03A}"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3943542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CAD52-DA28-4E78-92DA-C35A0DBEE03A}"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219161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6CAD52-DA28-4E78-92DA-C35A0DBEE03A}"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3333490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6CAD52-DA28-4E78-92DA-C35A0DBEE03A}"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857151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1037872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CAD52-DA28-4E78-92DA-C35A0DBEE03A}"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1C6A2-2CF9-4222-B8D2-FCFCE1CCE6CC}" type="slidenum">
              <a:rPr lang="en-US" smtClean="0"/>
              <a:t>‹#›</a:t>
            </a:fld>
            <a:endParaRPr lang="en-US"/>
          </a:p>
        </p:txBody>
      </p:sp>
    </p:spTree>
    <p:extLst>
      <p:ext uri="{BB962C8B-B14F-4D97-AF65-F5344CB8AC3E}">
        <p14:creationId xmlns:p14="http://schemas.microsoft.com/office/powerpoint/2010/main" val="4069418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ontent - green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accent1"/>
          </a:solidFill>
          <a:ln>
            <a:no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6011561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Opening slide - whit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E41B6B-AE8A-D4C4-1AC2-109ACBC9424E}"/>
              </a:ext>
            </a:extLst>
          </p:cNvPr>
          <p:cNvPicPr>
            <a:picLocks noChangeAspect="1"/>
          </p:cNvPicPr>
          <p:nvPr userDrawn="1"/>
        </p:nvPicPr>
        <p:blipFill>
          <a:blip r:embed="rId2"/>
          <a:srcRect t="16586" b="16586"/>
          <a:stretch/>
        </p:blipFill>
        <p:spPr>
          <a:xfrm>
            <a:off x="2780836" y="2338396"/>
            <a:ext cx="6629864" cy="2181208"/>
          </a:xfrm>
          <a:prstGeom prst="rect">
            <a:avLst/>
          </a:prstGeom>
        </p:spPr>
      </p:pic>
    </p:spTree>
    <p:extLst>
      <p:ext uri="{BB962C8B-B14F-4D97-AF65-F5344CB8AC3E}">
        <p14:creationId xmlns:p14="http://schemas.microsoft.com/office/powerpoint/2010/main" val="372298564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pening slide - white 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EF73EED-0847-F362-936C-611853FB87FD}"/>
              </a:ext>
            </a:extLst>
          </p:cNvPr>
          <p:cNvGrpSpPr/>
          <p:nvPr userDrawn="1"/>
        </p:nvGrpSpPr>
        <p:grpSpPr>
          <a:xfrm>
            <a:off x="9806844" y="3354704"/>
            <a:ext cx="2394392" cy="171450"/>
            <a:chOff x="9806844" y="3354704"/>
            <a:chExt cx="2394392" cy="171450"/>
          </a:xfrm>
        </p:grpSpPr>
        <p:sp>
          <p:nvSpPr>
            <p:cNvPr id="6" name="Freeform: Shape 5">
              <a:extLst>
                <a:ext uri="{FF2B5EF4-FFF2-40B4-BE49-F238E27FC236}">
                  <a16:creationId xmlns:a16="http://schemas.microsoft.com/office/drawing/2014/main" id="{92D8304D-0B65-833A-C5C2-B5B432613727}"/>
                </a:ext>
              </a:extLst>
            </p:cNvPr>
            <p:cNvSpPr/>
            <p:nvPr userDrawn="1"/>
          </p:nvSpPr>
          <p:spPr>
            <a:xfrm>
              <a:off x="9806844"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chemeClr val="bg1"/>
            </a:solidFill>
            <a:ln w="47625" cap="flat">
              <a:solidFill>
                <a:schemeClr val="accent1"/>
              </a:solidFill>
              <a:prstDash val="solid"/>
              <a:miter/>
            </a:ln>
          </p:spPr>
          <p:txBody>
            <a:bodyPr rtlCol="0" anchor="ctr"/>
            <a:lstStyle/>
            <a:p>
              <a:endParaRPr lang="en-US"/>
            </a:p>
          </p:txBody>
        </p:sp>
        <p:cxnSp>
          <p:nvCxnSpPr>
            <p:cNvPr id="8" name="Straight Connector 7">
              <a:extLst>
                <a:ext uri="{FF2B5EF4-FFF2-40B4-BE49-F238E27FC236}">
                  <a16:creationId xmlns:a16="http://schemas.microsoft.com/office/drawing/2014/main" id="{03726107-D069-DC71-BD73-C603C1E4EC10}"/>
                </a:ext>
              </a:extLst>
            </p:cNvPr>
            <p:cNvCxnSpPr>
              <a:stCxn id="6" idx="0"/>
            </p:cNvCxnSpPr>
            <p:nvPr userDrawn="1"/>
          </p:nvCxnSpPr>
          <p:spPr>
            <a:xfrm flipV="1">
              <a:off x="9978294" y="3429000"/>
              <a:ext cx="2222942" cy="11429"/>
            </a:xfrm>
            <a:prstGeom prst="line">
              <a:avLst/>
            </a:prstGeom>
            <a:ln w="50800">
              <a:solidFill>
                <a:schemeClr val="accent1"/>
              </a:solidFill>
              <a:miter lim="800000"/>
              <a:headEnd type="none"/>
              <a:tailEnd type="none"/>
            </a:ln>
          </p:spPr>
          <p:style>
            <a:lnRef idx="1">
              <a:schemeClr val="dk1"/>
            </a:lnRef>
            <a:fillRef idx="0">
              <a:schemeClr val="dk1"/>
            </a:fillRef>
            <a:effectRef idx="0">
              <a:schemeClr val="dk1"/>
            </a:effectRef>
            <a:fontRef idx="minor">
              <a:schemeClr val="tx1"/>
            </a:fontRef>
          </p:style>
        </p:cxnSp>
      </p:grpSp>
      <p:grpSp>
        <p:nvGrpSpPr>
          <p:cNvPr id="10" name="Group 9">
            <a:extLst>
              <a:ext uri="{FF2B5EF4-FFF2-40B4-BE49-F238E27FC236}">
                <a16:creationId xmlns:a16="http://schemas.microsoft.com/office/drawing/2014/main" id="{5C0F598F-DDB3-45D6-07A6-FF487148BF46}"/>
              </a:ext>
            </a:extLst>
          </p:cNvPr>
          <p:cNvGrpSpPr/>
          <p:nvPr userDrawn="1"/>
        </p:nvGrpSpPr>
        <p:grpSpPr>
          <a:xfrm>
            <a:off x="0" y="3354704"/>
            <a:ext cx="2400091" cy="171450"/>
            <a:chOff x="0" y="3354704"/>
            <a:chExt cx="2400091" cy="171450"/>
          </a:xfrm>
        </p:grpSpPr>
        <p:sp>
          <p:nvSpPr>
            <p:cNvPr id="5" name="Freeform: Shape 4">
              <a:extLst>
                <a:ext uri="{FF2B5EF4-FFF2-40B4-BE49-F238E27FC236}">
                  <a16:creationId xmlns:a16="http://schemas.microsoft.com/office/drawing/2014/main" id="{EC3089D2-759C-92F3-AA11-AA230B4225B2}"/>
                </a:ext>
              </a:extLst>
            </p:cNvPr>
            <p:cNvSpPr/>
            <p:nvPr userDrawn="1"/>
          </p:nvSpPr>
          <p:spPr>
            <a:xfrm>
              <a:off x="2228641"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chemeClr val="bg1"/>
            </a:solidFill>
            <a:ln w="47625" cap="flat">
              <a:solidFill>
                <a:schemeClr val="accent1"/>
              </a:solidFill>
              <a:prstDash val="solid"/>
              <a:miter/>
            </a:ln>
          </p:spPr>
          <p:txBody>
            <a:bodyPr rtlCol="0" anchor="ctr"/>
            <a:lstStyle/>
            <a:p>
              <a:endParaRPr lang="en-US"/>
            </a:p>
          </p:txBody>
        </p:sp>
        <p:cxnSp>
          <p:nvCxnSpPr>
            <p:cNvPr id="9" name="Straight Connector 8">
              <a:extLst>
                <a:ext uri="{FF2B5EF4-FFF2-40B4-BE49-F238E27FC236}">
                  <a16:creationId xmlns:a16="http://schemas.microsoft.com/office/drawing/2014/main" id="{34CC307A-94F4-B505-031C-7AEFF5E4100E}"/>
                </a:ext>
              </a:extLst>
            </p:cNvPr>
            <p:cNvCxnSpPr/>
            <p:nvPr userDrawn="1"/>
          </p:nvCxnSpPr>
          <p:spPr>
            <a:xfrm flipV="1">
              <a:off x="0" y="3429000"/>
              <a:ext cx="2222942" cy="11429"/>
            </a:xfrm>
            <a:prstGeom prst="line">
              <a:avLst/>
            </a:prstGeom>
            <a:ln w="50800">
              <a:solidFill>
                <a:schemeClr val="accent1"/>
              </a:solidFill>
              <a:miter lim="800000"/>
              <a:headEnd type="none"/>
              <a:tailEnd type="none"/>
            </a:ln>
          </p:spPr>
          <p:style>
            <a:lnRef idx="1">
              <a:schemeClr val="dk1"/>
            </a:lnRef>
            <a:fillRef idx="0">
              <a:schemeClr val="dk1"/>
            </a:fillRef>
            <a:effectRef idx="0">
              <a:schemeClr val="dk1"/>
            </a:effectRef>
            <a:fontRef idx="minor">
              <a:schemeClr val="tx1"/>
            </a:fontRef>
          </p:style>
        </p:cxnSp>
      </p:grpSp>
      <p:pic>
        <p:nvPicPr>
          <p:cNvPr id="12" name="Picture 11">
            <a:extLst>
              <a:ext uri="{FF2B5EF4-FFF2-40B4-BE49-F238E27FC236}">
                <a16:creationId xmlns:a16="http://schemas.microsoft.com/office/drawing/2014/main" id="{3CD14F1C-C511-60FC-D816-B547F0AC0BD2}"/>
              </a:ext>
            </a:extLst>
          </p:cNvPr>
          <p:cNvPicPr>
            <a:picLocks noChangeAspect="1"/>
          </p:cNvPicPr>
          <p:nvPr userDrawn="1"/>
        </p:nvPicPr>
        <p:blipFill>
          <a:blip r:embed="rId2"/>
          <a:srcRect t="16586" b="16586"/>
          <a:stretch/>
        </p:blipFill>
        <p:spPr>
          <a:xfrm>
            <a:off x="2780836" y="2338396"/>
            <a:ext cx="6629864" cy="2181208"/>
          </a:xfrm>
          <a:prstGeom prst="rect">
            <a:avLst/>
          </a:prstGeom>
        </p:spPr>
      </p:pic>
    </p:spTree>
    <p:extLst>
      <p:ext uri="{BB962C8B-B14F-4D97-AF65-F5344CB8AC3E}">
        <p14:creationId xmlns:p14="http://schemas.microsoft.com/office/powerpoint/2010/main" val="37028309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400" fill="hold"/>
                                        <p:tgtEl>
                                          <p:spTgt spid="11"/>
                                        </p:tgtEl>
                                        <p:attrNameLst>
                                          <p:attrName>ppt_x</p:attrName>
                                        </p:attrNameLst>
                                      </p:cBhvr>
                                      <p:tavLst>
                                        <p:tav tm="0">
                                          <p:val>
                                            <p:strVal val="1+#ppt_w/2"/>
                                          </p:val>
                                        </p:tav>
                                        <p:tav tm="100000">
                                          <p:val>
                                            <p:strVal val="#ppt_x"/>
                                          </p:val>
                                        </p:tav>
                                      </p:tavLst>
                                    </p:anim>
                                    <p:anim calcmode="lin" valueType="num">
                                      <p:cBhvr additive="base">
                                        <p:cTn id="8" dur="4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400" fill="hold"/>
                                        <p:tgtEl>
                                          <p:spTgt spid="10"/>
                                        </p:tgtEl>
                                        <p:attrNameLst>
                                          <p:attrName>ppt_x</p:attrName>
                                        </p:attrNameLst>
                                      </p:cBhvr>
                                      <p:tavLst>
                                        <p:tav tm="0">
                                          <p:val>
                                            <p:strVal val="0-#ppt_w/2"/>
                                          </p:val>
                                        </p:tav>
                                        <p:tav tm="100000">
                                          <p:val>
                                            <p:strVal val="#ppt_x"/>
                                          </p:val>
                                        </p:tav>
                                      </p:tavLst>
                                    </p:anim>
                                    <p:anim calcmode="lin" valueType="num">
                                      <p:cBhvr additive="base">
                                        <p:cTn id="12" dur="400" fill="hold"/>
                                        <p:tgtEl>
                                          <p:spTgt spid="10"/>
                                        </p:tgtEl>
                                        <p:attrNameLst>
                                          <p:attrName>ppt_y</p:attrName>
                                        </p:attrNameLst>
                                      </p:cBhvr>
                                      <p:tavLst>
                                        <p:tav tm="0">
                                          <p:val>
                                            <p:strVal val="#ppt_y"/>
                                          </p:val>
                                        </p:tav>
                                        <p:tav tm="100000">
                                          <p:val>
                                            <p:strVal val="#ppt_y"/>
                                          </p:val>
                                        </p:tav>
                                      </p:tavLst>
                                    </p:anim>
                                  </p:childTnLst>
                                </p:cTn>
                              </p:par>
                              <p:par>
                                <p:cTn id="13" presetID="10" presetClass="entr" presetSubtype="0" fill="hold" nodeType="withEffect">
                                  <p:stCondLst>
                                    <p:cond delay="25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Opening slide - green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E41B6B-AE8A-D4C4-1AC2-109ACBC9424E}"/>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2" name="Picture 1">
            <a:extLst>
              <a:ext uri="{FF2B5EF4-FFF2-40B4-BE49-F238E27FC236}">
                <a16:creationId xmlns:a16="http://schemas.microsoft.com/office/drawing/2014/main" id="{3CD14F1C-C511-60FC-D816-B547F0AC0BD2}"/>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3" name="Picture 2">
            <a:extLst>
              <a:ext uri="{FF2B5EF4-FFF2-40B4-BE49-F238E27FC236}">
                <a16:creationId xmlns:a16="http://schemas.microsoft.com/office/drawing/2014/main" id="{B81172FC-0E92-7AD4-DA3C-87EBEA49F7C9}"/>
              </a:ext>
            </a:extLst>
          </p:cNvPr>
          <p:cNvPicPr>
            <a:picLocks noChangeAspect="1"/>
          </p:cNvPicPr>
          <p:nvPr userDrawn="1"/>
        </p:nvPicPr>
        <p:blipFill>
          <a:blip r:embed="rId2">
            <a:biLevel thresh="25000"/>
          </a:blip>
          <a:srcRect t="16586" b="16586"/>
          <a:stretch/>
        </p:blipFill>
        <p:spPr>
          <a:xfrm>
            <a:off x="2780836" y="2338396"/>
            <a:ext cx="6629864" cy="2181208"/>
          </a:xfrm>
          <a:prstGeom prst="rect">
            <a:avLst/>
          </a:prstGeom>
        </p:spPr>
      </p:pic>
    </p:spTree>
    <p:extLst>
      <p:ext uri="{BB962C8B-B14F-4D97-AF65-F5344CB8AC3E}">
        <p14:creationId xmlns:p14="http://schemas.microsoft.com/office/powerpoint/2010/main" val="403407640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Opening slide - green 2">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E41B6B-AE8A-D4C4-1AC2-109ACBC9424E}"/>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2" name="Picture 1">
            <a:extLst>
              <a:ext uri="{FF2B5EF4-FFF2-40B4-BE49-F238E27FC236}">
                <a16:creationId xmlns:a16="http://schemas.microsoft.com/office/drawing/2014/main" id="{3CD14F1C-C511-60FC-D816-B547F0AC0BD2}"/>
              </a:ext>
            </a:extLst>
          </p:cNvPr>
          <p:cNvPicPr>
            <a:picLocks noChangeAspect="1"/>
          </p:cNvPicPr>
          <p:nvPr/>
        </p:nvPicPr>
        <p:blipFill>
          <a:blip r:embed="rId2"/>
          <a:srcRect t="16586" b="16586"/>
          <a:stretch/>
        </p:blipFill>
        <p:spPr>
          <a:xfrm>
            <a:off x="2780836" y="2338396"/>
            <a:ext cx="6629864" cy="2181208"/>
          </a:xfrm>
          <a:prstGeom prst="rect">
            <a:avLst/>
          </a:prstGeom>
        </p:spPr>
      </p:pic>
      <p:pic>
        <p:nvPicPr>
          <p:cNvPr id="3" name="Picture 2">
            <a:extLst>
              <a:ext uri="{FF2B5EF4-FFF2-40B4-BE49-F238E27FC236}">
                <a16:creationId xmlns:a16="http://schemas.microsoft.com/office/drawing/2014/main" id="{B81172FC-0E92-7AD4-DA3C-87EBEA49F7C9}"/>
              </a:ext>
            </a:extLst>
          </p:cNvPr>
          <p:cNvPicPr>
            <a:picLocks noChangeAspect="1"/>
          </p:cNvPicPr>
          <p:nvPr userDrawn="1"/>
        </p:nvPicPr>
        <p:blipFill>
          <a:blip r:embed="rId2">
            <a:biLevel thresh="25000"/>
          </a:blip>
          <a:srcRect t="16586" b="16586"/>
          <a:stretch/>
        </p:blipFill>
        <p:spPr>
          <a:xfrm>
            <a:off x="2780836" y="2338396"/>
            <a:ext cx="6629864" cy="2181208"/>
          </a:xfrm>
          <a:prstGeom prst="rect">
            <a:avLst/>
          </a:prstGeom>
        </p:spPr>
      </p:pic>
      <p:grpSp>
        <p:nvGrpSpPr>
          <p:cNvPr id="10" name="Group 9">
            <a:extLst>
              <a:ext uri="{FF2B5EF4-FFF2-40B4-BE49-F238E27FC236}">
                <a16:creationId xmlns:a16="http://schemas.microsoft.com/office/drawing/2014/main" id="{58935E85-2A5D-4CCB-87CA-8250C3AEE825}"/>
              </a:ext>
            </a:extLst>
          </p:cNvPr>
          <p:cNvGrpSpPr/>
          <p:nvPr userDrawn="1"/>
        </p:nvGrpSpPr>
        <p:grpSpPr>
          <a:xfrm>
            <a:off x="9806844" y="3354704"/>
            <a:ext cx="2394392" cy="171450"/>
            <a:chOff x="9806844" y="3354704"/>
            <a:chExt cx="2394392" cy="171450"/>
          </a:xfrm>
        </p:grpSpPr>
        <p:sp>
          <p:nvSpPr>
            <p:cNvPr id="6" name="Freeform: Shape 5">
              <a:extLst>
                <a:ext uri="{FF2B5EF4-FFF2-40B4-BE49-F238E27FC236}">
                  <a16:creationId xmlns:a16="http://schemas.microsoft.com/office/drawing/2014/main" id="{92D8304D-0B65-833A-C5C2-B5B432613727}"/>
                </a:ext>
              </a:extLst>
            </p:cNvPr>
            <p:cNvSpPr/>
            <p:nvPr userDrawn="1"/>
          </p:nvSpPr>
          <p:spPr>
            <a:xfrm>
              <a:off x="9806844"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noFill/>
            <a:ln w="47625" cap="flat">
              <a:solidFill>
                <a:schemeClr val="bg1"/>
              </a:solidFill>
              <a:prstDash val="solid"/>
              <a:miter/>
            </a:ln>
          </p:spPr>
          <p:txBody>
            <a:bodyPr rtlCol="0" anchor="ctr"/>
            <a:lstStyle/>
            <a:p>
              <a:endParaRPr lang="en-US"/>
            </a:p>
          </p:txBody>
        </p:sp>
        <p:cxnSp>
          <p:nvCxnSpPr>
            <p:cNvPr id="8" name="Straight Connector 7">
              <a:extLst>
                <a:ext uri="{FF2B5EF4-FFF2-40B4-BE49-F238E27FC236}">
                  <a16:creationId xmlns:a16="http://schemas.microsoft.com/office/drawing/2014/main" id="{03726107-D069-DC71-BD73-C603C1E4EC10}"/>
                </a:ext>
              </a:extLst>
            </p:cNvPr>
            <p:cNvCxnSpPr>
              <a:stCxn id="6" idx="0"/>
            </p:cNvCxnSpPr>
            <p:nvPr userDrawn="1"/>
          </p:nvCxnSpPr>
          <p:spPr>
            <a:xfrm flipV="1">
              <a:off x="9978294" y="3429000"/>
              <a:ext cx="2222942" cy="11429"/>
            </a:xfrm>
            <a:prstGeom prst="line">
              <a:avLst/>
            </a:prstGeom>
            <a:ln w="50800">
              <a:solidFill>
                <a:schemeClr val="bg1"/>
              </a:solidFill>
              <a:miter lim="800000"/>
              <a:headEnd type="none"/>
              <a:tailEnd type="none"/>
            </a:ln>
          </p:spPr>
          <p:style>
            <a:lnRef idx="1">
              <a:schemeClr val="dk1"/>
            </a:lnRef>
            <a:fillRef idx="0">
              <a:schemeClr val="dk1"/>
            </a:fillRef>
            <a:effectRef idx="0">
              <a:schemeClr val="dk1"/>
            </a:effectRef>
            <a:fontRef idx="minor">
              <a:schemeClr val="tx1"/>
            </a:fontRef>
          </p:style>
        </p:cxnSp>
      </p:grpSp>
      <p:grpSp>
        <p:nvGrpSpPr>
          <p:cNvPr id="7" name="Group 6">
            <a:extLst>
              <a:ext uri="{FF2B5EF4-FFF2-40B4-BE49-F238E27FC236}">
                <a16:creationId xmlns:a16="http://schemas.microsoft.com/office/drawing/2014/main" id="{5AA1C5C9-0730-F1F6-0FA8-48C8081040F7}"/>
              </a:ext>
            </a:extLst>
          </p:cNvPr>
          <p:cNvGrpSpPr/>
          <p:nvPr userDrawn="1"/>
        </p:nvGrpSpPr>
        <p:grpSpPr>
          <a:xfrm>
            <a:off x="0" y="3354704"/>
            <a:ext cx="2400091" cy="171450"/>
            <a:chOff x="0" y="3354704"/>
            <a:chExt cx="2400091" cy="171450"/>
          </a:xfrm>
        </p:grpSpPr>
        <p:sp>
          <p:nvSpPr>
            <p:cNvPr id="5" name="Freeform: Shape 4">
              <a:extLst>
                <a:ext uri="{FF2B5EF4-FFF2-40B4-BE49-F238E27FC236}">
                  <a16:creationId xmlns:a16="http://schemas.microsoft.com/office/drawing/2014/main" id="{EC3089D2-759C-92F3-AA11-AA230B4225B2}"/>
                </a:ext>
              </a:extLst>
            </p:cNvPr>
            <p:cNvSpPr/>
            <p:nvPr userDrawn="1"/>
          </p:nvSpPr>
          <p:spPr>
            <a:xfrm>
              <a:off x="2228641" y="3354704"/>
              <a:ext cx="171450" cy="171450"/>
            </a:xfrm>
            <a:custGeom>
              <a:avLst/>
              <a:gdLst>
                <a:gd name="connsiteX0" fmla="*/ 171450 w 171450"/>
                <a:gd name="connsiteY0" fmla="*/ 85725 h 171450"/>
                <a:gd name="connsiteX1" fmla="*/ 85725 w 171450"/>
                <a:gd name="connsiteY1" fmla="*/ 171450 h 171450"/>
                <a:gd name="connsiteX2" fmla="*/ 0 w 171450"/>
                <a:gd name="connsiteY2" fmla="*/ 85725 h 171450"/>
                <a:gd name="connsiteX3" fmla="*/ 85725 w 171450"/>
                <a:gd name="connsiteY3" fmla="*/ 0 h 171450"/>
                <a:gd name="connsiteX4" fmla="*/ 171450 w 171450"/>
                <a:gd name="connsiteY4" fmla="*/ 85725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noFill/>
            <a:ln w="47625" cap="flat">
              <a:solidFill>
                <a:schemeClr val="bg1"/>
              </a:solidFill>
              <a:prstDash val="solid"/>
              <a:miter/>
            </a:ln>
          </p:spPr>
          <p:txBody>
            <a:bodyPr rtlCol="0" anchor="ctr"/>
            <a:lstStyle/>
            <a:p>
              <a:endParaRPr lang="en-US"/>
            </a:p>
          </p:txBody>
        </p:sp>
        <p:cxnSp>
          <p:nvCxnSpPr>
            <p:cNvPr id="9" name="Straight Connector 8">
              <a:extLst>
                <a:ext uri="{FF2B5EF4-FFF2-40B4-BE49-F238E27FC236}">
                  <a16:creationId xmlns:a16="http://schemas.microsoft.com/office/drawing/2014/main" id="{34CC307A-94F4-B505-031C-7AEFF5E4100E}"/>
                </a:ext>
              </a:extLst>
            </p:cNvPr>
            <p:cNvCxnSpPr/>
            <p:nvPr userDrawn="1"/>
          </p:nvCxnSpPr>
          <p:spPr>
            <a:xfrm flipV="1">
              <a:off x="0" y="3429000"/>
              <a:ext cx="2222942" cy="11429"/>
            </a:xfrm>
            <a:prstGeom prst="line">
              <a:avLst/>
            </a:prstGeom>
            <a:ln w="50800">
              <a:solidFill>
                <a:schemeClr val="bg1"/>
              </a:solidFill>
              <a:miter lim="800000"/>
              <a:headEnd type="none"/>
              <a:tailEnd type="non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1996068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400" fill="hold"/>
                                        <p:tgtEl>
                                          <p:spTgt spid="10"/>
                                        </p:tgtEl>
                                        <p:attrNameLst>
                                          <p:attrName>ppt_x</p:attrName>
                                        </p:attrNameLst>
                                      </p:cBhvr>
                                      <p:tavLst>
                                        <p:tav tm="0">
                                          <p:val>
                                            <p:strVal val="1+#ppt_w/2"/>
                                          </p:val>
                                        </p:tav>
                                        <p:tav tm="100000">
                                          <p:val>
                                            <p:strVal val="#ppt_x"/>
                                          </p:val>
                                        </p:tav>
                                      </p:tavLst>
                                    </p:anim>
                                    <p:anim calcmode="lin" valueType="num">
                                      <p:cBhvr additive="base">
                                        <p:cTn id="8" dur="4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400" fill="hold"/>
                                        <p:tgtEl>
                                          <p:spTgt spid="7"/>
                                        </p:tgtEl>
                                        <p:attrNameLst>
                                          <p:attrName>ppt_x</p:attrName>
                                        </p:attrNameLst>
                                      </p:cBhvr>
                                      <p:tavLst>
                                        <p:tav tm="0">
                                          <p:val>
                                            <p:strVal val="0-#ppt_w/2"/>
                                          </p:val>
                                        </p:tav>
                                        <p:tav tm="100000">
                                          <p:val>
                                            <p:strVal val="#ppt_x"/>
                                          </p:val>
                                        </p:tav>
                                      </p:tavLst>
                                    </p:anim>
                                    <p:anim calcmode="lin" valueType="num">
                                      <p:cBhvr additive="base">
                                        <p:cTn id="12" dur="400" fill="hold"/>
                                        <p:tgtEl>
                                          <p:spTgt spid="7"/>
                                        </p:tgtEl>
                                        <p:attrNameLst>
                                          <p:attrName>ppt_y</p:attrName>
                                        </p:attrNameLst>
                                      </p:cBhvr>
                                      <p:tavLst>
                                        <p:tav tm="0">
                                          <p:val>
                                            <p:strVal val="#ppt_y"/>
                                          </p:val>
                                        </p:tav>
                                        <p:tav tm="100000">
                                          <p:val>
                                            <p:strVal val="#ppt_y"/>
                                          </p:val>
                                        </p:tav>
                                      </p:tavLst>
                                    </p:anim>
                                  </p:childTnLst>
                                </p:cTn>
                              </p:par>
                              <p:par>
                                <p:cTn id="13" presetID="10" presetClass="entr" presetSubtype="0" fill="hold" nodeType="withEffect">
                                  <p:stCondLst>
                                    <p:cond delay="25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v1">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3C807AD-F368-7835-B9D2-44E1B3800ED6}"/>
              </a:ext>
            </a:extLst>
          </p:cNvPr>
          <p:cNvGrpSpPr/>
          <p:nvPr userDrawn="1"/>
        </p:nvGrpSpPr>
        <p:grpSpPr>
          <a:xfrm>
            <a:off x="1171575" y="0"/>
            <a:ext cx="7377616" cy="6858000"/>
            <a:chOff x="649650" y="0"/>
            <a:chExt cx="7377616" cy="6858000"/>
          </a:xfrm>
          <a:solidFill>
            <a:schemeClr val="accent1"/>
          </a:solidFill>
        </p:grpSpPr>
        <p:sp>
          <p:nvSpPr>
            <p:cNvPr id="10" name="Rectangle 9">
              <a:extLst>
                <a:ext uri="{FF2B5EF4-FFF2-40B4-BE49-F238E27FC236}">
                  <a16:creationId xmlns:a16="http://schemas.microsoft.com/office/drawing/2014/main" id="{1AF8037D-FA8E-7A3A-9893-7A765785B677}"/>
                </a:ext>
              </a:extLst>
            </p:cNvPr>
            <p:cNvSpPr/>
            <p:nvPr/>
          </p:nvSpPr>
          <p:spPr bwMode="auto">
            <a:xfrm>
              <a:off x="649650" y="0"/>
              <a:ext cx="6853141" cy="6858000"/>
            </a:xfrm>
            <a:prstGeom prst="rect">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B237286D-201C-4B15-7848-4FEAA662E4C7}"/>
                </a:ext>
              </a:extLst>
            </p:cNvPr>
            <p:cNvSpPr/>
            <p:nvPr/>
          </p:nvSpPr>
          <p:spPr bwMode="auto">
            <a:xfrm>
              <a:off x="7059975" y="0"/>
              <a:ext cx="967291" cy="6858000"/>
            </a:xfrm>
            <a:prstGeom prst="roundRect">
              <a:avLst>
                <a:gd name="adj" fmla="val 42029"/>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grpSp>
      <p:sp>
        <p:nvSpPr>
          <p:cNvPr id="13" name="Freeform: Shape 12">
            <a:extLst>
              <a:ext uri="{FF2B5EF4-FFF2-40B4-BE49-F238E27FC236}">
                <a16:creationId xmlns:a16="http://schemas.microsoft.com/office/drawing/2014/main" id="{1B27F8ED-22A4-340B-AE44-377F881601E7}"/>
              </a:ext>
            </a:extLst>
          </p:cNvPr>
          <p:cNvSpPr/>
          <p:nvPr userDrawn="1"/>
        </p:nvSpPr>
        <p:spPr>
          <a:xfrm>
            <a:off x="-10808"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21" name="Date Placeholder 3">
            <a:extLst>
              <a:ext uri="{FF2B5EF4-FFF2-40B4-BE49-F238E27FC236}">
                <a16:creationId xmlns:a16="http://schemas.microsoft.com/office/drawing/2014/main" id="{BCAA87DC-ABD4-45B1-DE27-914E06B7D285}"/>
              </a:ext>
            </a:extLst>
          </p:cNvPr>
          <p:cNvSpPr txBox="1">
            <a:spLocks/>
          </p:cNvSpPr>
          <p:nvPr/>
        </p:nvSpPr>
        <p:spPr>
          <a:xfrm>
            <a:off x="1384538" y="6192798"/>
            <a:ext cx="6931747" cy="246102"/>
          </a:xfrm>
          <a:prstGeom prst="rect">
            <a:avLst/>
          </a:prstGeom>
          <a:noFill/>
        </p:spPr>
        <p:txBody>
          <a:bodyPr vert="horz" lIns="91440" tIns="91440" rIns="91440" bIns="91440" rtlCol="0" anchor="ctr" anchorCtr="0"/>
          <a:lstStyle>
            <a:defPPr>
              <a:defRPr lang="en-US"/>
            </a:defPPr>
            <a:lvl1pPr marL="0" algn="l" defTabSz="914400" rtl="0" eaLnBrk="1" latinLnBrk="0" hangingPunct="1">
              <a:defRPr sz="24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E388B9C-819F-4FD7-AA9A-55686EC3D629}" type="datetime4">
              <a:rPr kumimoji="0" lang="en-US" sz="1600" b="0" i="0" u="none" strike="noStrike" kern="1200" cap="none" spc="0" normalizeH="0" baseline="0" noProof="0" smtClean="0">
                <a:ln>
                  <a:noFill/>
                </a:ln>
                <a:solidFill>
                  <a:schemeClr val="bg1"/>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June 16, 2026</a:t>
            </a:fld>
            <a:endParaRPr kumimoji="0" lang="en-US" sz="1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4" name="Title 1">
            <a:extLst>
              <a:ext uri="{FF2B5EF4-FFF2-40B4-BE49-F238E27FC236}">
                <a16:creationId xmlns:a16="http://schemas.microsoft.com/office/drawing/2014/main" id="{DF70076F-17AF-09AF-B061-AFC7FFAB9637}"/>
              </a:ext>
            </a:extLst>
          </p:cNvPr>
          <p:cNvSpPr>
            <a:spLocks noGrp="1"/>
          </p:cNvSpPr>
          <p:nvPr>
            <p:ph type="ctrTitle" hasCustomPrompt="1"/>
          </p:nvPr>
        </p:nvSpPr>
        <p:spPr>
          <a:xfrm>
            <a:off x="1384539" y="228600"/>
            <a:ext cx="6853141" cy="3490110"/>
          </a:xfrm>
          <a:noFill/>
        </p:spPr>
        <p:txBody>
          <a:bodyPr anchor="b">
            <a:normAutofit/>
          </a:bodyPr>
          <a:lstStyle>
            <a:lvl1pPr algn="l">
              <a:defRPr sz="5000" b="1" cap="none" baseline="0">
                <a:solidFill>
                  <a:schemeClr val="bg1"/>
                </a:solidFill>
                <a:latin typeface="+mj-lt"/>
              </a:defRPr>
            </a:lvl1pPr>
          </a:lstStyle>
          <a:p>
            <a:r>
              <a:rPr lang="en-US" dirty="0"/>
              <a:t>Click to edit </a:t>
            </a:r>
            <a:br>
              <a:rPr lang="en-US" dirty="0"/>
            </a:br>
            <a:r>
              <a:rPr lang="en-US" dirty="0"/>
              <a:t>Presentation title</a:t>
            </a:r>
          </a:p>
        </p:txBody>
      </p:sp>
      <p:sp>
        <p:nvSpPr>
          <p:cNvPr id="6" name="Text Placeholder 27">
            <a:extLst>
              <a:ext uri="{FF2B5EF4-FFF2-40B4-BE49-F238E27FC236}">
                <a16:creationId xmlns:a16="http://schemas.microsoft.com/office/drawing/2014/main" id="{95D20949-B288-9C4E-5E02-9A80B1C72A62}"/>
              </a:ext>
            </a:extLst>
          </p:cNvPr>
          <p:cNvSpPr>
            <a:spLocks noGrp="1"/>
          </p:cNvSpPr>
          <p:nvPr>
            <p:ph type="body" sz="quarter" idx="13" hasCustomPrompt="1"/>
          </p:nvPr>
        </p:nvSpPr>
        <p:spPr>
          <a:xfrm>
            <a:off x="1384539" y="4698090"/>
            <a:ext cx="6853141" cy="1000512"/>
          </a:xfrm>
          <a:noFill/>
        </p:spPr>
        <p:txBody>
          <a:bodyPr wrap="square" lIns="91440" anchor="ctr">
            <a:normAutofit/>
          </a:bodyPr>
          <a:lstStyle>
            <a:lvl1pPr marL="0" indent="0">
              <a:spcAft>
                <a:spcPts val="600"/>
              </a:spcAft>
              <a:buNone/>
              <a:defRPr sz="2400" baseline="0">
                <a:solidFill>
                  <a:schemeClr val="bg1"/>
                </a:solidFill>
              </a:defRPr>
            </a:lvl1pPr>
          </a:lstStyle>
          <a:p>
            <a:pPr lvl="0"/>
            <a:r>
              <a:rPr lang="en-US" dirty="0"/>
              <a:t>Presenter Name</a:t>
            </a:r>
          </a:p>
          <a:p>
            <a:pPr lvl="0"/>
            <a:r>
              <a:rPr lang="en-US" dirty="0"/>
              <a:t>Presenter Title</a:t>
            </a:r>
          </a:p>
        </p:txBody>
      </p:sp>
      <p:sp>
        <p:nvSpPr>
          <p:cNvPr id="16" name="Footer Placeholder 4">
            <a:extLst>
              <a:ext uri="{FF2B5EF4-FFF2-40B4-BE49-F238E27FC236}">
                <a16:creationId xmlns:a16="http://schemas.microsoft.com/office/drawing/2014/main" id="{0C3464A6-232E-5E01-A56B-AE0B3137759E}"/>
              </a:ext>
            </a:extLst>
          </p:cNvPr>
          <p:cNvSpPr txBox="1">
            <a:spLocks/>
          </p:cNvSpPr>
          <p:nvPr userDrawn="1"/>
        </p:nvSpPr>
        <p:spPr>
          <a:xfrm>
            <a:off x="1379680" y="6540102"/>
            <a:ext cx="7160850" cy="117419"/>
          </a:xfrm>
          <a:prstGeom prst="rect">
            <a:avLst/>
          </a:prstGeom>
        </p:spPr>
        <p:txBody>
          <a:bodyPr vert="horz" lIns="91440" tIns="91440" rIns="91440" bIns="91440" rtlCol="0" anchor="ctr" anchorCtr="0"/>
          <a:lstStyle>
            <a:defPPr>
              <a:defRPr lang="en-US"/>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550" dirty="0">
                <a:solidFill>
                  <a:schemeClr val="bg1"/>
                </a:solidFill>
              </a:rPr>
              <a:t>©2024 Hyland Software, Inc. and its affiliates. All rights reserved. All Hyland product names are registered or unregistered trademarks of Hyland Software, Inc. or its affiliates in the United States and other countries.</a:t>
            </a:r>
          </a:p>
        </p:txBody>
      </p:sp>
      <p:sp>
        <p:nvSpPr>
          <p:cNvPr id="18" name="Freeform: Shape 17">
            <a:extLst>
              <a:ext uri="{FF2B5EF4-FFF2-40B4-BE49-F238E27FC236}">
                <a16:creationId xmlns:a16="http://schemas.microsoft.com/office/drawing/2014/main" id="{81E035B1-D8F5-B4DC-757D-A41E43A8AA29}"/>
              </a:ext>
            </a:extLst>
          </p:cNvPr>
          <p:cNvSpPr/>
          <p:nvPr userDrawn="1"/>
        </p:nvSpPr>
        <p:spPr>
          <a:xfrm>
            <a:off x="572635"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pic>
        <p:nvPicPr>
          <p:cNvPr id="7" name="Picture 6">
            <a:extLst>
              <a:ext uri="{FF2B5EF4-FFF2-40B4-BE49-F238E27FC236}">
                <a16:creationId xmlns:a16="http://schemas.microsoft.com/office/drawing/2014/main" id="{51C9DA2C-0540-61CD-CC88-C6E260FB7899}"/>
              </a:ext>
            </a:extLst>
          </p:cNvPr>
          <p:cNvPicPr>
            <a:picLocks noChangeAspect="1"/>
          </p:cNvPicPr>
          <p:nvPr userDrawn="1"/>
        </p:nvPicPr>
        <p:blipFill>
          <a:blip r:embed="rId2"/>
          <a:srcRect t="16586" b="16586"/>
          <a:stretch/>
        </p:blipFill>
        <p:spPr>
          <a:xfrm>
            <a:off x="8610600" y="4634164"/>
            <a:ext cx="3429702" cy="1128364"/>
          </a:xfrm>
          <a:prstGeom prst="rect">
            <a:avLst/>
          </a:prstGeom>
        </p:spPr>
      </p:pic>
    </p:spTree>
    <p:extLst>
      <p:ext uri="{BB962C8B-B14F-4D97-AF65-F5344CB8AC3E}">
        <p14:creationId xmlns:p14="http://schemas.microsoft.com/office/powerpoint/2010/main" val="337829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lide - v1">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DF961898-FDBE-694F-5C64-709F6B2FDBED}"/>
              </a:ext>
            </a:extLst>
          </p:cNvPr>
          <p:cNvGrpSpPr/>
          <p:nvPr userDrawn="1"/>
        </p:nvGrpSpPr>
        <p:grpSpPr>
          <a:xfrm>
            <a:off x="1171575" y="0"/>
            <a:ext cx="7377616" cy="2738438"/>
            <a:chOff x="649650" y="0"/>
            <a:chExt cx="7377616" cy="2738438"/>
          </a:xfrm>
        </p:grpSpPr>
        <p:sp>
          <p:nvSpPr>
            <p:cNvPr id="13" name="Rectangle 12">
              <a:extLst>
                <a:ext uri="{FF2B5EF4-FFF2-40B4-BE49-F238E27FC236}">
                  <a16:creationId xmlns:a16="http://schemas.microsoft.com/office/drawing/2014/main" id="{9C71AC28-A4FB-1712-1FB6-A3B891FD0966}"/>
                </a:ext>
              </a:extLst>
            </p:cNvPr>
            <p:cNvSpPr/>
            <p:nvPr/>
          </p:nvSpPr>
          <p:spPr bwMode="auto">
            <a:xfrm>
              <a:off x="649650" y="0"/>
              <a:ext cx="6853141" cy="2738438"/>
            </a:xfrm>
            <a:prstGeom prst="rect">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
          <p:nvSpPr>
            <p:cNvPr id="14" name="Rectangle: Rounded Corners 13">
              <a:extLst>
                <a:ext uri="{FF2B5EF4-FFF2-40B4-BE49-F238E27FC236}">
                  <a16:creationId xmlns:a16="http://schemas.microsoft.com/office/drawing/2014/main" id="{CFDAE9FE-E1C7-A007-848D-4CA6A555E1B6}"/>
                </a:ext>
              </a:extLst>
            </p:cNvPr>
            <p:cNvSpPr/>
            <p:nvPr/>
          </p:nvSpPr>
          <p:spPr bwMode="auto">
            <a:xfrm>
              <a:off x="7059975" y="0"/>
              <a:ext cx="967291" cy="2738438"/>
            </a:xfrm>
            <a:prstGeom prst="roundRect">
              <a:avLst>
                <a:gd name="adj" fmla="val 42029"/>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grpSp>
      <p:sp>
        <p:nvSpPr>
          <p:cNvPr id="3" name="Text Placeholder 2">
            <a:extLst>
              <a:ext uri="{FF2B5EF4-FFF2-40B4-BE49-F238E27FC236}">
                <a16:creationId xmlns:a16="http://schemas.microsoft.com/office/drawing/2014/main" id="{3952C5FA-CA46-428D-86B4-114D455DDC4A}"/>
              </a:ext>
            </a:extLst>
          </p:cNvPr>
          <p:cNvSpPr>
            <a:spLocks noGrp="1"/>
          </p:cNvSpPr>
          <p:nvPr>
            <p:ph type="body" idx="1" hasCustomPrompt="1"/>
          </p:nvPr>
        </p:nvSpPr>
        <p:spPr>
          <a:xfrm>
            <a:off x="1390991" y="3038474"/>
            <a:ext cx="6853141" cy="3590926"/>
          </a:xfrm>
        </p:spPr>
        <p:txBody>
          <a:bodyPr lIns="91440" tIns="91440" rIns="91440" bIns="91440" anchor="t">
            <a:noAutofit/>
          </a:bodyPr>
          <a:lstStyle>
            <a:lvl1pPr marL="458788" indent="-342900">
              <a:buClr>
                <a:schemeClr val="accent1"/>
              </a:buClr>
              <a:buFont typeface="Arial" panose="020B0604020202020204" pitchFamily="34" charset="0"/>
              <a:buChar char="•"/>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Item 1</a:t>
            </a:r>
          </a:p>
          <a:p>
            <a:pPr lvl="0"/>
            <a:r>
              <a:rPr lang="en-US" dirty="0"/>
              <a:t>Item 2</a:t>
            </a:r>
          </a:p>
          <a:p>
            <a:pPr lvl="0"/>
            <a:r>
              <a:rPr lang="en-US" dirty="0"/>
              <a:t>Item 3</a:t>
            </a:r>
          </a:p>
        </p:txBody>
      </p:sp>
      <p:sp>
        <p:nvSpPr>
          <p:cNvPr id="2" name="Title 1">
            <a:extLst>
              <a:ext uri="{FF2B5EF4-FFF2-40B4-BE49-F238E27FC236}">
                <a16:creationId xmlns:a16="http://schemas.microsoft.com/office/drawing/2014/main" id="{23864E47-5787-C3C0-ABBC-86473CC4B276}"/>
              </a:ext>
            </a:extLst>
          </p:cNvPr>
          <p:cNvSpPr>
            <a:spLocks noGrp="1"/>
          </p:cNvSpPr>
          <p:nvPr>
            <p:ph type="title" hasCustomPrompt="1"/>
          </p:nvPr>
        </p:nvSpPr>
        <p:spPr>
          <a:xfrm>
            <a:off x="1390991" y="228600"/>
            <a:ext cx="6853141" cy="2178843"/>
          </a:xfrm>
        </p:spPr>
        <p:txBody>
          <a:bodyPr tIns="91440" bIns="91440" anchor="b">
            <a:normAutofit/>
          </a:bodyPr>
          <a:lstStyle>
            <a:lvl1pPr algn="l">
              <a:defRPr sz="4000" cap="none" baseline="0">
                <a:solidFill>
                  <a:schemeClr val="bg1"/>
                </a:solidFill>
              </a:defRPr>
            </a:lvl1pPr>
          </a:lstStyle>
          <a:p>
            <a:r>
              <a:rPr lang="en-US" dirty="0"/>
              <a:t>Type “agenda” here</a:t>
            </a:r>
          </a:p>
        </p:txBody>
      </p:sp>
      <p:sp>
        <p:nvSpPr>
          <p:cNvPr id="6" name="Freeform: Shape 5">
            <a:extLst>
              <a:ext uri="{FF2B5EF4-FFF2-40B4-BE49-F238E27FC236}">
                <a16:creationId xmlns:a16="http://schemas.microsoft.com/office/drawing/2014/main" id="{DC093CA5-4B06-C956-4729-9259FF98A244}"/>
              </a:ext>
            </a:extLst>
          </p:cNvPr>
          <p:cNvSpPr/>
          <p:nvPr userDrawn="1"/>
        </p:nvSpPr>
        <p:spPr>
          <a:xfrm>
            <a:off x="-10808" y="0"/>
            <a:ext cx="492300" cy="2738438"/>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8B1A508A-9C2F-5C80-4083-CA71418E19BC}"/>
              </a:ext>
            </a:extLst>
          </p:cNvPr>
          <p:cNvSpPr/>
          <p:nvPr userDrawn="1"/>
        </p:nvSpPr>
        <p:spPr>
          <a:xfrm>
            <a:off x="572635" y="0"/>
            <a:ext cx="492300" cy="2738438"/>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04205497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v1a">
    <p:bg>
      <p:bgPr>
        <a:solidFill>
          <a:schemeClr val="bg1"/>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1156078" y="2769107"/>
            <a:ext cx="10271074" cy="1319785"/>
          </a:xfrm>
          <a:solidFill>
            <a:schemeClr val="accent1"/>
          </a:solidFill>
        </p:spPr>
        <p:txBody>
          <a:bodyPr lIns="365760" anchor="ctr">
            <a:noAutofit/>
          </a:bodyPr>
          <a:lstStyle>
            <a:lvl1pPr>
              <a:defRPr sz="4800" b="0">
                <a:solidFill>
                  <a:schemeClr val="bg1"/>
                </a:solidFill>
              </a:defRPr>
            </a:lvl1pPr>
          </a:lstStyle>
          <a:p>
            <a:r>
              <a:rPr lang="en-US" dirty="0"/>
              <a:t>Click to add title</a:t>
            </a:r>
          </a:p>
        </p:txBody>
      </p:sp>
      <p:grpSp>
        <p:nvGrpSpPr>
          <p:cNvPr id="7" name="Group 6">
            <a:extLst>
              <a:ext uri="{FF2B5EF4-FFF2-40B4-BE49-F238E27FC236}">
                <a16:creationId xmlns:a16="http://schemas.microsoft.com/office/drawing/2014/main" id="{BDD795F1-A6EF-EB94-DB43-5B1FBDBD43D9}"/>
              </a:ext>
            </a:extLst>
          </p:cNvPr>
          <p:cNvGrpSpPr/>
          <p:nvPr userDrawn="1"/>
        </p:nvGrpSpPr>
        <p:grpSpPr>
          <a:xfrm>
            <a:off x="-10808" y="2769107"/>
            <a:ext cx="1075743" cy="1319785"/>
            <a:chOff x="-10808" y="4338636"/>
            <a:chExt cx="1075743" cy="1828801"/>
          </a:xfrm>
        </p:grpSpPr>
        <p:sp>
          <p:nvSpPr>
            <p:cNvPr id="9" name="Freeform: Shape 8">
              <a:extLst>
                <a:ext uri="{FF2B5EF4-FFF2-40B4-BE49-F238E27FC236}">
                  <a16:creationId xmlns:a16="http://schemas.microsoft.com/office/drawing/2014/main" id="{8DA0452F-C83F-4CF6-6D54-26071AD4E924}"/>
                </a:ext>
              </a:extLst>
            </p:cNvPr>
            <p:cNvSpPr/>
            <p:nvPr userDrawn="1"/>
          </p:nvSpPr>
          <p:spPr>
            <a:xfrm>
              <a:off x="-10808" y="4338636"/>
              <a:ext cx="492300" cy="1828801"/>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C745ED-8C1D-D13A-5875-BC5A6CD69EE3}"/>
                </a:ext>
              </a:extLst>
            </p:cNvPr>
            <p:cNvSpPr/>
            <p:nvPr userDrawn="1"/>
          </p:nvSpPr>
          <p:spPr>
            <a:xfrm>
              <a:off x="572635" y="4338636"/>
              <a:ext cx="492300" cy="1828801"/>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grpSp>
      <p:sp>
        <p:nvSpPr>
          <p:cNvPr id="2" name="Rectangle: Rounded Corners 1">
            <a:extLst>
              <a:ext uri="{FF2B5EF4-FFF2-40B4-BE49-F238E27FC236}">
                <a16:creationId xmlns:a16="http://schemas.microsoft.com/office/drawing/2014/main" id="{A629D6BA-B747-A257-E786-411E4C6BB0CD}"/>
              </a:ext>
            </a:extLst>
          </p:cNvPr>
          <p:cNvSpPr/>
          <p:nvPr userDrawn="1"/>
        </p:nvSpPr>
        <p:spPr bwMode="auto">
          <a:xfrm>
            <a:off x="10845850" y="2769107"/>
            <a:ext cx="967291" cy="1319785"/>
          </a:xfrm>
          <a:prstGeom prst="roundRect">
            <a:avLst>
              <a:gd name="adj" fmla="val 29283"/>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08713356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v1b">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DD795F1-A6EF-EB94-DB43-5B1FBDBD43D9}"/>
              </a:ext>
            </a:extLst>
          </p:cNvPr>
          <p:cNvGrpSpPr/>
          <p:nvPr userDrawn="1"/>
        </p:nvGrpSpPr>
        <p:grpSpPr>
          <a:xfrm>
            <a:off x="-10808" y="0"/>
            <a:ext cx="12202808" cy="6858000"/>
            <a:chOff x="-10808" y="501537"/>
            <a:chExt cx="12202808" cy="9503000"/>
          </a:xfrm>
        </p:grpSpPr>
        <p:sp>
          <p:nvSpPr>
            <p:cNvPr id="2" name="Freeform: Shape 1">
              <a:extLst>
                <a:ext uri="{FF2B5EF4-FFF2-40B4-BE49-F238E27FC236}">
                  <a16:creationId xmlns:a16="http://schemas.microsoft.com/office/drawing/2014/main" id="{50A12F72-FBF5-8E41-81A5-8D50CCAD8A0B}"/>
                </a:ext>
              </a:extLst>
            </p:cNvPr>
            <p:cNvSpPr/>
            <p:nvPr userDrawn="1"/>
          </p:nvSpPr>
          <p:spPr>
            <a:xfrm>
              <a:off x="1146841" y="501538"/>
              <a:ext cx="11045159" cy="9502998"/>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chemeClr val="accent1"/>
            </a:solid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DA0452F-C83F-4CF6-6D54-26071AD4E924}"/>
                </a:ext>
              </a:extLst>
            </p:cNvPr>
            <p:cNvSpPr/>
            <p:nvPr userDrawn="1"/>
          </p:nvSpPr>
          <p:spPr>
            <a:xfrm>
              <a:off x="-10808" y="501537"/>
              <a:ext cx="492300" cy="9503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C745ED-8C1D-D13A-5875-BC5A6CD69EE3}"/>
                </a:ext>
              </a:extLst>
            </p:cNvPr>
            <p:cNvSpPr/>
            <p:nvPr userDrawn="1"/>
          </p:nvSpPr>
          <p:spPr>
            <a:xfrm>
              <a:off x="572635" y="501537"/>
              <a:ext cx="492300" cy="9503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grpSp>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1524000" y="2769107"/>
            <a:ext cx="10287000" cy="1319785"/>
          </a:xfrm>
          <a:noFill/>
        </p:spPr>
        <p:txBody>
          <a:bodyPr lIns="91440" anchor="ctr">
            <a:noAutofit/>
          </a:bodyPr>
          <a:lstStyle>
            <a:lvl1pPr>
              <a:defRPr sz="4800" b="0">
                <a:solidFill>
                  <a:schemeClr val="bg1"/>
                </a:solidFill>
              </a:defRPr>
            </a:lvl1pPr>
          </a:lstStyle>
          <a:p>
            <a:r>
              <a:rPr lang="en-US" dirty="0"/>
              <a:t>Click to add title</a:t>
            </a:r>
          </a:p>
        </p:txBody>
      </p:sp>
    </p:spTree>
    <p:extLst>
      <p:ext uri="{BB962C8B-B14F-4D97-AF65-F5344CB8AC3E}">
        <p14:creationId xmlns:p14="http://schemas.microsoft.com/office/powerpoint/2010/main" val="332245500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v2">
    <p:bg>
      <p:bgPr>
        <a:solidFill>
          <a:schemeClr val="bg2"/>
        </a:solidFill>
        <a:effectLst/>
      </p:bgPr>
    </p:bg>
    <p:spTree>
      <p:nvGrpSpPr>
        <p:cNvPr id="1" name=""/>
        <p:cNvGrpSpPr/>
        <p:nvPr/>
      </p:nvGrpSpPr>
      <p:grpSpPr>
        <a:xfrm>
          <a:off x="0" y="0"/>
          <a:ext cx="0" cy="0"/>
          <a:chOff x="0" y="0"/>
          <a:chExt cx="0" cy="0"/>
        </a:xfrm>
      </p:grpSpPr>
      <p:pic>
        <p:nvPicPr>
          <p:cNvPr id="33" name="Graphic 32">
            <a:extLst>
              <a:ext uri="{FF2B5EF4-FFF2-40B4-BE49-F238E27FC236}">
                <a16:creationId xmlns:a16="http://schemas.microsoft.com/office/drawing/2014/main" id="{5F00DD61-7E96-619E-FB6B-48DF465FCA4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7864" y="4036598"/>
            <a:ext cx="7191375" cy="2076450"/>
          </a:xfrm>
          <a:prstGeom prst="rect">
            <a:avLst/>
          </a:prstGeom>
        </p:spPr>
      </p:pic>
      <p:grpSp>
        <p:nvGrpSpPr>
          <p:cNvPr id="5" name="Group 4">
            <a:extLst>
              <a:ext uri="{FF2B5EF4-FFF2-40B4-BE49-F238E27FC236}">
                <a16:creationId xmlns:a16="http://schemas.microsoft.com/office/drawing/2014/main" id="{C3C807AD-F368-7835-B9D2-44E1B3800ED6}"/>
              </a:ext>
            </a:extLst>
          </p:cNvPr>
          <p:cNvGrpSpPr/>
          <p:nvPr userDrawn="1"/>
        </p:nvGrpSpPr>
        <p:grpSpPr>
          <a:xfrm>
            <a:off x="381000" y="0"/>
            <a:ext cx="10644113" cy="5372100"/>
            <a:chOff x="-140925" y="0"/>
            <a:chExt cx="10644113" cy="5372100"/>
          </a:xfrm>
          <a:solidFill>
            <a:schemeClr val="accent1"/>
          </a:solidFill>
        </p:grpSpPr>
        <p:sp>
          <p:nvSpPr>
            <p:cNvPr id="10" name="Rectangle 9">
              <a:extLst>
                <a:ext uri="{FF2B5EF4-FFF2-40B4-BE49-F238E27FC236}">
                  <a16:creationId xmlns:a16="http://schemas.microsoft.com/office/drawing/2014/main" id="{1AF8037D-FA8E-7A3A-9893-7A765785B677}"/>
                </a:ext>
              </a:extLst>
            </p:cNvPr>
            <p:cNvSpPr/>
            <p:nvPr/>
          </p:nvSpPr>
          <p:spPr bwMode="auto">
            <a:xfrm>
              <a:off x="341941" y="0"/>
              <a:ext cx="10161247" cy="5372100"/>
            </a:xfrm>
            <a:prstGeom prst="rect">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B237286D-201C-4B15-7848-4FEAA662E4C7}"/>
                </a:ext>
              </a:extLst>
            </p:cNvPr>
            <p:cNvSpPr/>
            <p:nvPr/>
          </p:nvSpPr>
          <p:spPr bwMode="auto">
            <a:xfrm>
              <a:off x="-140925" y="0"/>
              <a:ext cx="967291" cy="5372100"/>
            </a:xfrm>
            <a:prstGeom prst="roundRect">
              <a:avLst>
                <a:gd name="adj" fmla="val 42029"/>
              </a:avLst>
            </a:prstGeom>
            <a:grp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600" dirty="0">
                <a:solidFill>
                  <a:schemeClr val="tx1"/>
                </a:solidFill>
                <a:ea typeface="Segoe UI" pitchFamily="34" charset="0"/>
                <a:cs typeface="Segoe UI" pitchFamily="34" charset="0"/>
              </a:endParaRPr>
            </a:p>
          </p:txBody>
        </p:sp>
      </p:grpSp>
      <p:sp>
        <p:nvSpPr>
          <p:cNvPr id="13" name="Freeform: Shape 12">
            <a:extLst>
              <a:ext uri="{FF2B5EF4-FFF2-40B4-BE49-F238E27FC236}">
                <a16:creationId xmlns:a16="http://schemas.microsoft.com/office/drawing/2014/main" id="{1B27F8ED-22A4-340B-AE44-377F881601E7}"/>
              </a:ext>
            </a:extLst>
          </p:cNvPr>
          <p:cNvSpPr/>
          <p:nvPr userDrawn="1"/>
        </p:nvSpPr>
        <p:spPr>
          <a:xfrm>
            <a:off x="11116257" y="0"/>
            <a:ext cx="492300" cy="53721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
        <p:nvSpPr>
          <p:cNvPr id="21" name="Date Placeholder 3">
            <a:extLst>
              <a:ext uri="{FF2B5EF4-FFF2-40B4-BE49-F238E27FC236}">
                <a16:creationId xmlns:a16="http://schemas.microsoft.com/office/drawing/2014/main" id="{BCAA87DC-ABD4-45B1-DE27-914E06B7D285}"/>
              </a:ext>
            </a:extLst>
          </p:cNvPr>
          <p:cNvSpPr txBox="1">
            <a:spLocks/>
          </p:cNvSpPr>
          <p:nvPr/>
        </p:nvSpPr>
        <p:spPr>
          <a:xfrm>
            <a:off x="712448" y="4619625"/>
            <a:ext cx="6931747" cy="246102"/>
          </a:xfrm>
          <a:prstGeom prst="rect">
            <a:avLst/>
          </a:prstGeom>
          <a:noFill/>
        </p:spPr>
        <p:txBody>
          <a:bodyPr vert="horz" lIns="91440" tIns="91440" rIns="91440" bIns="91440" rtlCol="0" anchor="ctr" anchorCtr="0"/>
          <a:lstStyle>
            <a:defPPr>
              <a:defRPr lang="en-US"/>
            </a:defPPr>
            <a:lvl1pPr marL="0" algn="l" defTabSz="914400" rtl="0" eaLnBrk="1" latinLnBrk="0" hangingPunct="1">
              <a:defRPr sz="24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5E388B9C-819F-4FD7-AA9A-55686EC3D629}" type="datetime4">
              <a:rPr kumimoji="0" lang="en-US" sz="1600" b="0" i="0" u="none" strike="noStrike" kern="1200" cap="none" spc="0" normalizeH="0" baseline="0" noProof="0" smtClean="0">
                <a:ln>
                  <a:noFill/>
                </a:ln>
                <a:solidFill>
                  <a:schemeClr val="bg1"/>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June 16, 2026</a:t>
            </a:fld>
            <a:endParaRPr kumimoji="0" lang="en-US" sz="1800" b="0" i="0" u="none" strike="noStrike" kern="1200" cap="none" spc="0" normalizeH="0" baseline="0" noProof="0" dirty="0">
              <a:ln>
                <a:noFill/>
              </a:ln>
              <a:solidFill>
                <a:schemeClr val="bg1"/>
              </a:solidFill>
              <a:effectLst/>
              <a:uLnTx/>
              <a:uFillTx/>
              <a:latin typeface="Arial" panose="020B0604020202020204"/>
              <a:ea typeface="+mn-ea"/>
              <a:cs typeface="+mn-cs"/>
            </a:endParaRPr>
          </a:p>
        </p:txBody>
      </p:sp>
      <p:sp>
        <p:nvSpPr>
          <p:cNvPr id="4" name="Title 1">
            <a:extLst>
              <a:ext uri="{FF2B5EF4-FFF2-40B4-BE49-F238E27FC236}">
                <a16:creationId xmlns:a16="http://schemas.microsoft.com/office/drawing/2014/main" id="{DF70076F-17AF-09AF-B061-AFC7FFAB9637}"/>
              </a:ext>
            </a:extLst>
          </p:cNvPr>
          <p:cNvSpPr>
            <a:spLocks noGrp="1"/>
          </p:cNvSpPr>
          <p:nvPr>
            <p:ph type="ctrTitle" hasCustomPrompt="1"/>
          </p:nvPr>
        </p:nvSpPr>
        <p:spPr>
          <a:xfrm>
            <a:off x="712448" y="228600"/>
            <a:ext cx="9895277" cy="2647741"/>
          </a:xfrm>
          <a:noFill/>
        </p:spPr>
        <p:txBody>
          <a:bodyPr anchor="b">
            <a:normAutofit/>
          </a:bodyPr>
          <a:lstStyle>
            <a:lvl1pPr algn="l">
              <a:defRPr sz="5000" b="1" cap="none" baseline="0">
                <a:solidFill>
                  <a:schemeClr val="bg1"/>
                </a:solidFill>
                <a:latin typeface="+mj-lt"/>
              </a:defRPr>
            </a:lvl1pPr>
          </a:lstStyle>
          <a:p>
            <a:r>
              <a:rPr lang="en-US" dirty="0"/>
              <a:t>Click to edit </a:t>
            </a:r>
            <a:br>
              <a:rPr lang="en-US" dirty="0"/>
            </a:br>
            <a:r>
              <a:rPr lang="en-US" dirty="0"/>
              <a:t>Presentation title</a:t>
            </a:r>
          </a:p>
        </p:txBody>
      </p:sp>
      <p:sp>
        <p:nvSpPr>
          <p:cNvPr id="6" name="Text Placeholder 27">
            <a:extLst>
              <a:ext uri="{FF2B5EF4-FFF2-40B4-BE49-F238E27FC236}">
                <a16:creationId xmlns:a16="http://schemas.microsoft.com/office/drawing/2014/main" id="{95D20949-B288-9C4E-5E02-9A80B1C72A62}"/>
              </a:ext>
            </a:extLst>
          </p:cNvPr>
          <p:cNvSpPr>
            <a:spLocks noGrp="1"/>
          </p:cNvSpPr>
          <p:nvPr>
            <p:ph type="body" sz="quarter" idx="13" hasCustomPrompt="1"/>
          </p:nvPr>
        </p:nvSpPr>
        <p:spPr>
          <a:xfrm>
            <a:off x="712448" y="3123708"/>
            <a:ext cx="9895276" cy="1000512"/>
          </a:xfrm>
          <a:noFill/>
        </p:spPr>
        <p:txBody>
          <a:bodyPr wrap="square" lIns="91440" anchor="t">
            <a:normAutofit/>
          </a:bodyPr>
          <a:lstStyle>
            <a:lvl1pPr marL="0" indent="0">
              <a:spcAft>
                <a:spcPts val="600"/>
              </a:spcAft>
              <a:buNone/>
              <a:defRPr sz="2400" baseline="0">
                <a:solidFill>
                  <a:schemeClr val="bg1"/>
                </a:solidFill>
              </a:defRPr>
            </a:lvl1pPr>
          </a:lstStyle>
          <a:p>
            <a:pPr lvl="0"/>
            <a:r>
              <a:rPr lang="en-US" dirty="0"/>
              <a:t>Presenter Name</a:t>
            </a:r>
          </a:p>
          <a:p>
            <a:pPr lvl="0"/>
            <a:r>
              <a:rPr lang="en-US" dirty="0"/>
              <a:t>Presenter Title</a:t>
            </a:r>
          </a:p>
        </p:txBody>
      </p:sp>
      <p:sp>
        <p:nvSpPr>
          <p:cNvPr id="16" name="Footer Placeholder 4">
            <a:extLst>
              <a:ext uri="{FF2B5EF4-FFF2-40B4-BE49-F238E27FC236}">
                <a16:creationId xmlns:a16="http://schemas.microsoft.com/office/drawing/2014/main" id="{0C3464A6-232E-5E01-A56B-AE0B3137759E}"/>
              </a:ext>
            </a:extLst>
          </p:cNvPr>
          <p:cNvSpPr txBox="1">
            <a:spLocks/>
          </p:cNvSpPr>
          <p:nvPr userDrawn="1"/>
        </p:nvSpPr>
        <p:spPr>
          <a:xfrm>
            <a:off x="712448" y="4966929"/>
            <a:ext cx="7160850" cy="117419"/>
          </a:xfrm>
          <a:prstGeom prst="rect">
            <a:avLst/>
          </a:prstGeom>
        </p:spPr>
        <p:txBody>
          <a:bodyPr vert="horz" lIns="91440" tIns="91440" rIns="91440" bIns="91440" rtlCol="0" anchor="ctr" anchorCtr="0"/>
          <a:lstStyle>
            <a:defPPr>
              <a:defRPr lang="en-US"/>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550" dirty="0">
                <a:solidFill>
                  <a:schemeClr val="bg1"/>
                </a:solidFill>
              </a:rPr>
              <a:t>©2024 Hyland Software, Inc. and its affiliates. All rights reserved. All Hyland product names are registered or unregistered trademarks of Hyland Software, Inc. or its affiliates in the United States and other countries.</a:t>
            </a:r>
          </a:p>
        </p:txBody>
      </p:sp>
      <p:sp>
        <p:nvSpPr>
          <p:cNvPr id="18" name="Freeform: Shape 17">
            <a:extLst>
              <a:ext uri="{FF2B5EF4-FFF2-40B4-BE49-F238E27FC236}">
                <a16:creationId xmlns:a16="http://schemas.microsoft.com/office/drawing/2014/main" id="{81E035B1-D8F5-B4DC-757D-A41E43A8AA29}"/>
              </a:ext>
            </a:extLst>
          </p:cNvPr>
          <p:cNvSpPr/>
          <p:nvPr userDrawn="1"/>
        </p:nvSpPr>
        <p:spPr>
          <a:xfrm>
            <a:off x="11699700" y="0"/>
            <a:ext cx="492300" cy="53721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pic>
        <p:nvPicPr>
          <p:cNvPr id="7" name="Picture 6">
            <a:extLst>
              <a:ext uri="{FF2B5EF4-FFF2-40B4-BE49-F238E27FC236}">
                <a16:creationId xmlns:a16="http://schemas.microsoft.com/office/drawing/2014/main" id="{51C9DA2C-0540-61CD-CC88-C6E260FB7899}"/>
              </a:ext>
            </a:extLst>
          </p:cNvPr>
          <p:cNvPicPr>
            <a:picLocks noChangeAspect="1"/>
          </p:cNvPicPr>
          <p:nvPr userDrawn="1"/>
        </p:nvPicPr>
        <p:blipFill>
          <a:blip r:embed="rId3"/>
          <a:srcRect t="16586" b="16586"/>
          <a:stretch/>
        </p:blipFill>
        <p:spPr>
          <a:xfrm>
            <a:off x="8839200" y="5562336"/>
            <a:ext cx="3199698" cy="1052692"/>
          </a:xfrm>
          <a:prstGeom prst="rect">
            <a:avLst/>
          </a:prstGeom>
        </p:spPr>
      </p:pic>
      <p:pic>
        <p:nvPicPr>
          <p:cNvPr id="35" name="Graphic 34">
            <a:extLst>
              <a:ext uri="{FF2B5EF4-FFF2-40B4-BE49-F238E27FC236}">
                <a16:creationId xmlns:a16="http://schemas.microsoft.com/office/drawing/2014/main" id="{C015FFC3-3F8C-22EC-D59D-619CEBECFAE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938239" y="5821982"/>
            <a:ext cx="328244" cy="533400"/>
          </a:xfrm>
          <a:prstGeom prst="rect">
            <a:avLst/>
          </a:prstGeom>
        </p:spPr>
      </p:pic>
    </p:spTree>
    <p:extLst>
      <p:ext uri="{BB962C8B-B14F-4D97-AF65-F5344CB8AC3E}">
        <p14:creationId xmlns:p14="http://schemas.microsoft.com/office/powerpoint/2010/main" val="51121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slide - v2">
    <p:bg>
      <p:bgPr>
        <a:solidFill>
          <a:schemeClr val="bg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52C5FA-CA46-428D-86B4-114D455DDC4A}"/>
              </a:ext>
            </a:extLst>
          </p:cNvPr>
          <p:cNvSpPr>
            <a:spLocks noGrp="1"/>
          </p:cNvSpPr>
          <p:nvPr>
            <p:ph type="body" idx="1" hasCustomPrompt="1"/>
          </p:nvPr>
        </p:nvSpPr>
        <p:spPr>
          <a:xfrm>
            <a:off x="4610100" y="2083430"/>
            <a:ext cx="7200900" cy="4545969"/>
          </a:xfrm>
        </p:spPr>
        <p:txBody>
          <a:bodyPr lIns="91440" tIns="91440" rIns="91440" bIns="91440" anchor="t">
            <a:noAutofit/>
          </a:bodyPr>
          <a:lstStyle>
            <a:lvl1pPr marL="458788" indent="-342900">
              <a:buClr>
                <a:schemeClr val="accent1"/>
              </a:buClr>
              <a:buFont typeface="Arial" panose="020B0604020202020204" pitchFamily="34" charset="0"/>
              <a:buChar char="•"/>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Item 1</a:t>
            </a:r>
          </a:p>
          <a:p>
            <a:pPr lvl="0"/>
            <a:r>
              <a:rPr lang="en-US" dirty="0"/>
              <a:t>Item 2</a:t>
            </a:r>
          </a:p>
          <a:p>
            <a:pPr lvl="0"/>
            <a:r>
              <a:rPr lang="en-US" dirty="0"/>
              <a:t>Item 3</a:t>
            </a:r>
          </a:p>
        </p:txBody>
      </p:sp>
      <p:sp>
        <p:nvSpPr>
          <p:cNvPr id="2" name="Title 1">
            <a:extLst>
              <a:ext uri="{FF2B5EF4-FFF2-40B4-BE49-F238E27FC236}">
                <a16:creationId xmlns:a16="http://schemas.microsoft.com/office/drawing/2014/main" id="{23864E47-5787-C3C0-ABBC-86473CC4B276}"/>
              </a:ext>
            </a:extLst>
          </p:cNvPr>
          <p:cNvSpPr>
            <a:spLocks noGrp="1"/>
          </p:cNvSpPr>
          <p:nvPr>
            <p:ph type="title" hasCustomPrompt="1"/>
          </p:nvPr>
        </p:nvSpPr>
        <p:spPr>
          <a:xfrm>
            <a:off x="1344811" y="228601"/>
            <a:ext cx="6853141" cy="1600200"/>
          </a:xfrm>
        </p:spPr>
        <p:txBody>
          <a:bodyPr tIns="91440" bIns="91440" anchor="b">
            <a:normAutofit/>
          </a:bodyPr>
          <a:lstStyle>
            <a:lvl1pPr algn="l">
              <a:defRPr sz="4000" cap="none" baseline="0">
                <a:solidFill>
                  <a:schemeClr val="tx1"/>
                </a:solidFill>
              </a:defRPr>
            </a:lvl1pPr>
          </a:lstStyle>
          <a:p>
            <a:r>
              <a:rPr lang="en-US" dirty="0"/>
              <a:t>Type “agenda” here</a:t>
            </a:r>
          </a:p>
        </p:txBody>
      </p:sp>
      <p:pic>
        <p:nvPicPr>
          <p:cNvPr id="16" name="Graphic 15">
            <a:extLst>
              <a:ext uri="{FF2B5EF4-FFF2-40B4-BE49-F238E27FC236}">
                <a16:creationId xmlns:a16="http://schemas.microsoft.com/office/drawing/2014/main" id="{F6E539FF-8C9D-3C03-9207-37DB51616D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179398" y="2095500"/>
            <a:ext cx="328244" cy="533400"/>
          </a:xfrm>
          <a:prstGeom prst="rect">
            <a:avLst/>
          </a:prstGeom>
        </p:spPr>
      </p:pic>
      <p:pic>
        <p:nvPicPr>
          <p:cNvPr id="24" name="Graphic 23">
            <a:extLst>
              <a:ext uri="{FF2B5EF4-FFF2-40B4-BE49-F238E27FC236}">
                <a16:creationId xmlns:a16="http://schemas.microsoft.com/office/drawing/2014/main" id="{92EA0610-C409-B450-3D24-8CACC47C921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67864" y="0"/>
            <a:ext cx="3429000" cy="2381250"/>
          </a:xfrm>
          <a:prstGeom prst="rect">
            <a:avLst/>
          </a:prstGeom>
        </p:spPr>
      </p:pic>
    </p:spTree>
    <p:extLst>
      <p:ext uri="{BB962C8B-B14F-4D97-AF65-F5344CB8AC3E}">
        <p14:creationId xmlns:p14="http://schemas.microsoft.com/office/powerpoint/2010/main" val="412424853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 v2a">
    <p:bg>
      <p:bgPr>
        <a:solidFill>
          <a:schemeClr val="bg2"/>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3467100" y="2769107"/>
            <a:ext cx="8343900" cy="1319785"/>
          </a:xfrm>
        </p:spPr>
        <p:txBody>
          <a:bodyPr anchor="ctr">
            <a:noAutofit/>
          </a:bodyPr>
          <a:lstStyle>
            <a:lvl1pPr>
              <a:defRPr sz="4800" b="0">
                <a:solidFill>
                  <a:schemeClr val="tx1"/>
                </a:solidFill>
              </a:defRPr>
            </a:lvl1pPr>
          </a:lstStyle>
          <a:p>
            <a:r>
              <a:rPr lang="en-US" dirty="0"/>
              <a:t>Click to add title</a:t>
            </a:r>
          </a:p>
        </p:txBody>
      </p:sp>
      <p:sp>
        <p:nvSpPr>
          <p:cNvPr id="3" name="Freeform: Shape 2">
            <a:extLst>
              <a:ext uri="{FF2B5EF4-FFF2-40B4-BE49-F238E27FC236}">
                <a16:creationId xmlns:a16="http://schemas.microsoft.com/office/drawing/2014/main" id="{5C10EFDC-6B56-C2B1-76CC-C1027F9941A2}"/>
              </a:ext>
            </a:extLst>
          </p:cNvPr>
          <p:cNvSpPr/>
          <p:nvPr userDrawn="1"/>
        </p:nvSpPr>
        <p:spPr>
          <a:xfrm rot="5400000">
            <a:off x="2557267" y="3283267"/>
            <a:ext cx="571507" cy="333374"/>
          </a:xfrm>
          <a:custGeom>
            <a:avLst/>
            <a:gdLst>
              <a:gd name="connsiteX0" fmla="*/ 542357 w 571507"/>
              <a:gd name="connsiteY0" fmla="*/ 333375 h 333374"/>
              <a:gd name="connsiteX1" fmla="*/ 29150 w 571507"/>
              <a:gd name="connsiteY1" fmla="*/ 333375 h 333374"/>
              <a:gd name="connsiteX2" fmla="*/ 8195 w 571507"/>
              <a:gd name="connsiteY2" fmla="*/ 282797 h 333374"/>
              <a:gd name="connsiteX3" fmla="*/ 264799 w 571507"/>
              <a:gd name="connsiteY3" fmla="*/ 9144 h 333374"/>
              <a:gd name="connsiteX4" fmla="*/ 306709 w 571507"/>
              <a:gd name="connsiteY4" fmla="*/ 9144 h 333374"/>
              <a:gd name="connsiteX5" fmla="*/ 563312 w 571507"/>
              <a:gd name="connsiteY5" fmla="*/ 282797 h 333374"/>
              <a:gd name="connsiteX6" fmla="*/ 542357 w 571507"/>
              <a:gd name="connsiteY6" fmla="*/ 333375 h 333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7" h="333374">
                <a:moveTo>
                  <a:pt x="542357" y="333375"/>
                </a:moveTo>
                <a:lnTo>
                  <a:pt x="29150" y="333375"/>
                </a:lnTo>
                <a:cubicBezTo>
                  <a:pt x="3528" y="333375"/>
                  <a:pt x="-9616" y="301752"/>
                  <a:pt x="8195" y="282797"/>
                </a:cubicBezTo>
                <a:lnTo>
                  <a:pt x="264799" y="9144"/>
                </a:lnTo>
                <a:cubicBezTo>
                  <a:pt x="276229" y="-3048"/>
                  <a:pt x="295279" y="-3048"/>
                  <a:pt x="306709" y="9144"/>
                </a:cubicBezTo>
                <a:lnTo>
                  <a:pt x="563312" y="282797"/>
                </a:lnTo>
                <a:cubicBezTo>
                  <a:pt x="581124" y="301752"/>
                  <a:pt x="567980" y="333375"/>
                  <a:pt x="542357" y="333375"/>
                </a:cubicBezTo>
                <a:close/>
              </a:path>
            </a:pathLst>
          </a:custGeom>
          <a:noFill/>
          <a:ln w="47625" cap="flat">
            <a:solidFill>
              <a:srgbClr val="F95300"/>
            </a:solidFill>
            <a:prstDash val="solid"/>
            <a:miter/>
          </a:ln>
        </p:spPr>
        <p:txBody>
          <a:bodyPr rtlCol="0" anchor="ctr"/>
          <a:lstStyle/>
          <a:p>
            <a:endParaRPr lang="en-US"/>
          </a:p>
        </p:txBody>
      </p:sp>
      <p:cxnSp>
        <p:nvCxnSpPr>
          <p:cNvPr id="8" name="Straight Connector 7">
            <a:extLst>
              <a:ext uri="{FF2B5EF4-FFF2-40B4-BE49-F238E27FC236}">
                <a16:creationId xmlns:a16="http://schemas.microsoft.com/office/drawing/2014/main" id="{84A59CAC-39C2-747D-4A46-3156419C83A2}"/>
              </a:ext>
            </a:extLst>
          </p:cNvPr>
          <p:cNvCxnSpPr/>
          <p:nvPr userDrawn="1"/>
        </p:nvCxnSpPr>
        <p:spPr>
          <a:xfrm flipH="1">
            <a:off x="0" y="3438939"/>
            <a:ext cx="2667000" cy="0"/>
          </a:xfrm>
          <a:prstGeom prst="line">
            <a:avLst/>
          </a:prstGeom>
          <a:ln w="38100">
            <a:solidFill>
              <a:schemeClr val="accent5"/>
            </a:solidFill>
            <a:miter lim="800000"/>
            <a:headEnd type="none"/>
            <a:tail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6018668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v2b">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D7F4E9C-152D-4D2B-4CE9-9E3043E69032}"/>
              </a:ext>
            </a:extLst>
          </p:cNvPr>
          <p:cNvSpPr/>
          <p:nvPr userDrawn="1"/>
        </p:nvSpPr>
        <p:spPr>
          <a:xfrm>
            <a:off x="-24961" y="0"/>
            <a:ext cx="11045159" cy="6857999"/>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chemeClr val="accent1"/>
          </a:solidFill>
          <a:ln w="0"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381000" y="2769108"/>
            <a:ext cx="10172700" cy="1319785"/>
          </a:xfrm>
        </p:spPr>
        <p:txBody>
          <a:bodyPr anchor="ctr">
            <a:noAutofit/>
          </a:bodyPr>
          <a:lstStyle>
            <a:lvl1pPr>
              <a:defRPr sz="5400" b="0">
                <a:solidFill>
                  <a:schemeClr val="bg1"/>
                </a:solidFill>
              </a:defRPr>
            </a:lvl1pPr>
          </a:lstStyle>
          <a:p>
            <a:r>
              <a:rPr lang="en-US" dirty="0"/>
              <a:t>Click to add title</a:t>
            </a:r>
          </a:p>
        </p:txBody>
      </p:sp>
      <p:sp>
        <p:nvSpPr>
          <p:cNvPr id="3" name="Freeform: Shape 2">
            <a:extLst>
              <a:ext uri="{FF2B5EF4-FFF2-40B4-BE49-F238E27FC236}">
                <a16:creationId xmlns:a16="http://schemas.microsoft.com/office/drawing/2014/main" id="{1BFF6B6A-732E-8C4A-3D53-BD5D1626D1EA}"/>
              </a:ext>
            </a:extLst>
          </p:cNvPr>
          <p:cNvSpPr/>
          <p:nvPr userDrawn="1"/>
        </p:nvSpPr>
        <p:spPr>
          <a:xfrm>
            <a:off x="11116257"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66EBA19-3ACE-F161-A2E3-DA0F7695B412}"/>
              </a:ext>
            </a:extLst>
          </p:cNvPr>
          <p:cNvSpPr/>
          <p:nvPr userDrawn="1"/>
        </p:nvSpPr>
        <p:spPr>
          <a:xfrm>
            <a:off x="11699700" y="0"/>
            <a:ext cx="492300" cy="6858000"/>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47515488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 v1 &amp; v2">
    <p:bg>
      <p:bgPr>
        <a:solidFill>
          <a:srgbClr val="006334"/>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9E823D03-9700-7EA9-6788-48F1BFD30876}"/>
              </a:ext>
            </a:extLst>
          </p:cNvPr>
          <p:cNvSpPr>
            <a:spLocks noGrp="1"/>
          </p:cNvSpPr>
          <p:nvPr>
            <p:ph type="title" hasCustomPrompt="1"/>
          </p:nvPr>
        </p:nvSpPr>
        <p:spPr>
          <a:xfrm>
            <a:off x="609600" y="2440056"/>
            <a:ext cx="8915400" cy="1319785"/>
          </a:xfrm>
        </p:spPr>
        <p:txBody>
          <a:bodyPr anchor="b">
            <a:noAutofit/>
          </a:bodyPr>
          <a:lstStyle>
            <a:lvl1pPr>
              <a:defRPr sz="5400" b="0">
                <a:solidFill>
                  <a:schemeClr val="bg1"/>
                </a:solidFill>
              </a:defRPr>
            </a:lvl1pPr>
          </a:lstStyle>
          <a:p>
            <a:r>
              <a:rPr lang="en-US" dirty="0"/>
              <a:t>Click to add title</a:t>
            </a:r>
          </a:p>
        </p:txBody>
      </p:sp>
      <p:cxnSp>
        <p:nvCxnSpPr>
          <p:cNvPr id="2" name="Straight Connector 1">
            <a:extLst>
              <a:ext uri="{FF2B5EF4-FFF2-40B4-BE49-F238E27FC236}">
                <a16:creationId xmlns:a16="http://schemas.microsoft.com/office/drawing/2014/main" id="{6EF414E7-DBEE-FD7A-2361-D1205BB1FD19}"/>
              </a:ext>
            </a:extLst>
          </p:cNvPr>
          <p:cNvCxnSpPr>
            <a:cxnSpLocks/>
          </p:cNvCxnSpPr>
          <p:nvPr userDrawn="1"/>
        </p:nvCxnSpPr>
        <p:spPr>
          <a:xfrm flipH="1">
            <a:off x="0" y="3898989"/>
            <a:ext cx="9525000" cy="0"/>
          </a:xfrm>
          <a:prstGeom prst="line">
            <a:avLst/>
          </a:prstGeom>
          <a:ln w="38100">
            <a:solidFill>
              <a:schemeClr val="bg1"/>
            </a:solidFill>
            <a:miter lim="800000"/>
            <a:headEnd type="none"/>
            <a:tail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495688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image">
    <p:bg>
      <p:bgPr>
        <a:solidFill>
          <a:schemeClr val="bg1"/>
        </a:solidFill>
        <a:effectLst/>
      </p:bgPr>
    </p:bg>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489A1DDC-46B8-CE8E-0659-62394B1B8227}"/>
              </a:ext>
            </a:extLst>
          </p:cNvPr>
          <p:cNvSpPr>
            <a:spLocks noGrp="1"/>
          </p:cNvSpPr>
          <p:nvPr>
            <p:ph type="pic" sz="quarter" idx="13"/>
          </p:nvPr>
        </p:nvSpPr>
        <p:spPr>
          <a:xfrm>
            <a:off x="0" y="0"/>
            <a:ext cx="12192000" cy="6857999"/>
          </a:xfrm>
          <a:solidFill>
            <a:schemeClr val="bg1">
              <a:lumMod val="50000"/>
            </a:schemeClr>
          </a:solidFill>
        </p:spPr>
        <p:txBody>
          <a:bodyPr/>
          <a:lstStyle>
            <a:lvl1pPr>
              <a:defRPr baseline="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32DC00ED-BF76-4FC6-8F76-A08D9AAE4684}"/>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57B6BB6F-275F-40A4-B65D-77498F7D238B}"/>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8D07C52-7E90-4100-9E15-9963F85DFA77}"/>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111821003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ub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EBF06C-5074-4EAE-BC2A-F332C3F56963}"/>
              </a:ext>
            </a:extLst>
          </p:cNvPr>
          <p:cNvSpPr/>
          <p:nvPr/>
        </p:nvSpPr>
        <p:spPr bwMode="auto">
          <a:xfrm>
            <a:off x="0" y="0"/>
            <a:ext cx="5181600" cy="6858000"/>
          </a:xfrm>
          <a:prstGeom prst="rect">
            <a:avLst/>
          </a:prstGeom>
          <a:solidFill>
            <a:schemeClr val="bg2"/>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2A0796D-FA9D-4300-8DDD-46D303CECD74}"/>
              </a:ext>
            </a:extLst>
          </p:cNvPr>
          <p:cNvSpPr>
            <a:spLocks noGrp="1"/>
          </p:cNvSpPr>
          <p:nvPr>
            <p:ph type="title" hasCustomPrompt="1"/>
          </p:nvPr>
        </p:nvSpPr>
        <p:spPr>
          <a:xfrm>
            <a:off x="381000" y="2062162"/>
            <a:ext cx="4572000" cy="2738438"/>
          </a:xfrm>
        </p:spPr>
        <p:txBody>
          <a:bodyPr tIns="91440" bIns="91440" anchor="ctr">
            <a:normAutofit/>
          </a:bodyPr>
          <a:lstStyle>
            <a:lvl1pPr>
              <a:defRPr sz="4000">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3952C5FA-CA46-428D-86B4-114D455DDC4A}"/>
              </a:ext>
            </a:extLst>
          </p:cNvPr>
          <p:cNvSpPr>
            <a:spLocks noGrp="1"/>
          </p:cNvSpPr>
          <p:nvPr>
            <p:ph type="body" idx="1" hasCustomPrompt="1"/>
          </p:nvPr>
        </p:nvSpPr>
        <p:spPr>
          <a:xfrm>
            <a:off x="5410200" y="2062162"/>
            <a:ext cx="6400800" cy="2738438"/>
          </a:xfrm>
        </p:spPr>
        <p:txBody>
          <a:bodyPr lIns="91440" tIns="91440" rIns="91440" bIns="91440" anchor="ctr">
            <a:noAutofit/>
          </a:bodyPr>
          <a:lstStyle>
            <a:lvl1pPr marL="344488" indent="-231775">
              <a:buFont typeface="Arial" panose="020B0604020202020204" pitchFamily="34" charset="0"/>
              <a:buChar char="•"/>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89816033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ontent -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2190476" cy="1138773"/>
          </a:xfrm>
          <a:solidFill>
            <a:schemeClr val="accent1"/>
          </a:solidFill>
          <a:ln>
            <a:no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925572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ontent - green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accent1"/>
          </a:solidFill>
          <a:ln>
            <a:no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0E8349"/>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66A185"/>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0162224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content - gree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bg2"/>
          </a:solid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CCDFD6"/>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99C0AD"/>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86619898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ontent -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2190476" cy="1138773"/>
          </a:xfrm>
          <a:solidFill>
            <a:schemeClr val="tx2"/>
          </a:solidFill>
          <a:ln>
            <a:no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4925928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content - blue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tx2"/>
          </a:solidFill>
          <a:ln>
            <a:solidFill>
              <a:schemeClr val="tx2"/>
            </a:solidFill>
          </a:ln>
        </p:spPr>
        <p:txBody>
          <a:bodyPr wrap="square" lIns="457200" tIns="91440" bIns="0">
            <a:noAutofit/>
          </a:bodyPr>
          <a:lstStyle>
            <a:lvl1pPr>
              <a:lnSpc>
                <a:spcPct val="85000"/>
              </a:lnSpc>
              <a:defRPr sz="3200">
                <a:solidFill>
                  <a:schemeClr val="bg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1090E7"/>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5FB0ED"/>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7377836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ontent - blu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1F5F-9E3D-461E-A9A2-DEAD886C2CC4}"/>
              </a:ext>
            </a:extLst>
          </p:cNvPr>
          <p:cNvSpPr>
            <a:spLocks noGrp="1"/>
          </p:cNvSpPr>
          <p:nvPr>
            <p:ph type="title" hasCustomPrompt="1"/>
          </p:nvPr>
        </p:nvSpPr>
        <p:spPr>
          <a:xfrm>
            <a:off x="1524" y="0"/>
            <a:ext cx="11023590" cy="1138773"/>
          </a:xfrm>
          <a:solidFill>
            <a:schemeClr val="bg2"/>
          </a:solid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A56684CE-E12F-45BC-9163-59E6D2ABCFCA}"/>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5" name="Footer Placeholder 4">
            <a:extLst>
              <a:ext uri="{FF2B5EF4-FFF2-40B4-BE49-F238E27FC236}">
                <a16:creationId xmlns:a16="http://schemas.microsoft.com/office/drawing/2014/main" id="{A93279CC-07CA-4AC5-A1AC-1010514EF125}"/>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060A737-103C-43F6-85F3-E27022DEB63B}"/>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7" name="Content Placeholder 2">
            <a:extLst>
              <a:ext uri="{FF2B5EF4-FFF2-40B4-BE49-F238E27FC236}">
                <a16:creationId xmlns:a16="http://schemas.microsoft.com/office/drawing/2014/main" id="{7A49DC88-2291-80F8-CFA6-5522D11015CC}"/>
              </a:ext>
            </a:extLst>
          </p:cNvPr>
          <p:cNvSpPr>
            <a:spLocks noGrp="1"/>
          </p:cNvSpPr>
          <p:nvPr>
            <p:ph idx="1" hasCustomPrompt="1"/>
          </p:nvPr>
        </p:nvSpPr>
        <p:spPr>
          <a:xfrm>
            <a:off x="381000" y="1247480"/>
            <a:ext cx="11430000" cy="5153319"/>
          </a:xfrm>
        </p:spPr>
        <p:txBody>
          <a:bodyPr/>
          <a:lstStyle>
            <a:lvl1pPr marL="347472" indent="-228600">
              <a:defRPr/>
            </a:lvl1pPr>
            <a:lvl2pPr indent="-228600">
              <a:defRPr/>
            </a:lvl2pPr>
            <a:lvl3pPr>
              <a:defRPr>
                <a:solidFill>
                  <a:schemeClr val="tx1"/>
                </a:solidFill>
              </a:defRPr>
            </a:lvl3pPr>
            <a:lvl4pPr>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reeform: Shape 2">
            <a:extLst>
              <a:ext uri="{FF2B5EF4-FFF2-40B4-BE49-F238E27FC236}">
                <a16:creationId xmlns:a16="http://schemas.microsoft.com/office/drawing/2014/main" id="{B94C86F6-D51F-4C71-7839-5C32FB6D105B}"/>
              </a:ext>
            </a:extLst>
          </p:cNvPr>
          <p:cNvSpPr/>
          <p:nvPr userDrawn="1"/>
        </p:nvSpPr>
        <p:spPr>
          <a:xfrm>
            <a:off x="11116257"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E2F1FB"/>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2286D3D-5FBB-C93B-D56D-E4DC87C0C8D2}"/>
              </a:ext>
            </a:extLst>
          </p:cNvPr>
          <p:cNvSpPr/>
          <p:nvPr userDrawn="1"/>
        </p:nvSpPr>
        <p:spPr>
          <a:xfrm>
            <a:off x="11699700" y="0"/>
            <a:ext cx="492300" cy="1138773"/>
          </a:xfrm>
          <a:custGeom>
            <a:avLst/>
            <a:gdLst>
              <a:gd name="connsiteX0" fmla="*/ 0 w 372618"/>
              <a:gd name="connsiteY0" fmla="*/ 0 h 1117758"/>
              <a:gd name="connsiteX1" fmla="*/ 372618 w 372618"/>
              <a:gd name="connsiteY1" fmla="*/ 0 h 1117758"/>
              <a:gd name="connsiteX2" fmla="*/ 372618 w 372618"/>
              <a:gd name="connsiteY2" fmla="*/ 1117759 h 1117758"/>
              <a:gd name="connsiteX3" fmla="*/ 0 w 372618"/>
              <a:gd name="connsiteY3" fmla="*/ 1117759 h 1117758"/>
            </a:gdLst>
            <a:ahLst/>
            <a:cxnLst>
              <a:cxn ang="0">
                <a:pos x="connsiteX0" y="connsiteY0"/>
              </a:cxn>
              <a:cxn ang="0">
                <a:pos x="connsiteX1" y="connsiteY1"/>
              </a:cxn>
              <a:cxn ang="0">
                <a:pos x="connsiteX2" y="connsiteY2"/>
              </a:cxn>
              <a:cxn ang="0">
                <a:pos x="connsiteX3" y="connsiteY3"/>
              </a:cxn>
            </a:cxnLst>
            <a:rect l="l" t="t" r="r" b="b"/>
            <a:pathLst>
              <a:path w="372618" h="1117758">
                <a:moveTo>
                  <a:pt x="0" y="0"/>
                </a:moveTo>
                <a:lnTo>
                  <a:pt x="372618" y="0"/>
                </a:lnTo>
                <a:lnTo>
                  <a:pt x="372618" y="1117759"/>
                </a:lnTo>
                <a:lnTo>
                  <a:pt x="0" y="1117759"/>
                </a:lnTo>
                <a:close/>
              </a:path>
            </a:pathLst>
          </a:custGeom>
          <a:solidFill>
            <a:srgbClr val="B9DCF7"/>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2268756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ADA06-0604-402E-96FC-C5A69639078C}"/>
              </a:ext>
            </a:extLst>
          </p:cNvPr>
          <p:cNvSpPr>
            <a:spLocks noGrp="1"/>
          </p:cNvSpPr>
          <p:nvPr>
            <p:ph idx="1" hasCustomPrompt="1"/>
          </p:nvPr>
        </p:nvSpPr>
        <p:spPr>
          <a:xfrm>
            <a:off x="381000" y="1247480"/>
            <a:ext cx="11430000" cy="5153319"/>
          </a:xfrm>
        </p:spPr>
        <p:txBody>
          <a:bodyPr/>
          <a:lstStyle>
            <a:lvl1pPr marL="347472" indent="-228600">
              <a:defRPr/>
            </a:lvl1pPr>
            <a:lvl2pPr marL="566928" indent="-228600">
              <a:defRPr/>
            </a:lvl2pPr>
            <a:lvl3pPr marL="914400" indent="-228600">
              <a:defRPr>
                <a:solidFill>
                  <a:schemeClr val="tx1"/>
                </a:solidFill>
              </a:defRPr>
            </a:lvl3pPr>
            <a:lvl4pPr marL="1261872" indent="-228600">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7E9016F2-3606-A3A6-5E91-FC2E9F64CFA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9" name="Footer Placeholder 4">
            <a:extLst>
              <a:ext uri="{FF2B5EF4-FFF2-40B4-BE49-F238E27FC236}">
                <a16:creationId xmlns:a16="http://schemas.microsoft.com/office/drawing/2014/main" id="{549E8D5F-B4DE-9CF6-E9CC-745F67D95124}"/>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FCFDC9C8-0F31-D465-8BD7-3CDCAC8DF4AD}"/>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911573E5-99EE-3437-E15A-BE4B51323BCC}"/>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4" name="Title 1">
            <a:extLst>
              <a:ext uri="{FF2B5EF4-FFF2-40B4-BE49-F238E27FC236}">
                <a16:creationId xmlns:a16="http://schemas.microsoft.com/office/drawing/2014/main" id="{42E040CB-88EE-23FB-E874-E5616F6C0BEE}"/>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38380032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57314"/>
            <a:ext cx="5486401" cy="5143473"/>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6324600" y="1257313"/>
            <a:ext cx="5486400" cy="5143426"/>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11" name="Footer Placeholder 10"/>
          <p:cNvSpPr>
            <a:spLocks noGrp="1"/>
          </p:cNvSpPr>
          <p:nvPr>
            <p:ph type="ftr" sz="quarter" idx="11"/>
          </p:nvPr>
        </p:nvSpPr>
        <p:spPr>
          <a:xfrm>
            <a:off x="2209800" y="6629401"/>
            <a:ext cx="7772400" cy="114300"/>
          </a:xfrm>
          <a:prstGeom prst="rect">
            <a:avLst/>
          </a:prstGeom>
        </p:spPr>
        <p:txBody>
          <a:bodyPr/>
          <a:lstStyle/>
          <a:p>
            <a:endParaRPr lang="en-US"/>
          </a:p>
        </p:txBody>
      </p:sp>
      <p:sp>
        <p:nvSpPr>
          <p:cNvPr id="12" name="Slide Number Placeholder 11"/>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A85EE5F6-6B34-C960-EEC7-35300F5BA94B}"/>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EC57F62E-F6F7-C456-EDBA-416222785D9F}"/>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11974753"/>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1" y="1247421"/>
            <a:ext cx="36576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4267200" y="1247420"/>
            <a:ext cx="36576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8153400" y="1247420"/>
            <a:ext cx="3657600" cy="5153319"/>
          </a:xfrm>
        </p:spPr>
        <p:txBody>
          <a:bodyPr>
            <a:noAutofit/>
          </a:bodyPr>
          <a:lstStyle>
            <a:lvl1pPr>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1"/>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8" name="Footer Placeholder 7"/>
          <p:cNvSpPr>
            <a:spLocks noGrp="1"/>
          </p:cNvSpPr>
          <p:nvPr>
            <p:ph type="ftr" sz="quarter" idx="12"/>
          </p:nvPr>
        </p:nvSpPr>
        <p:spPr>
          <a:xfrm>
            <a:off x="2209800" y="6629401"/>
            <a:ext cx="7772400" cy="114300"/>
          </a:xfrm>
          <a:prstGeom prst="rect">
            <a:avLst/>
          </a:prstGeom>
        </p:spPr>
        <p:txBody>
          <a:bodyPr/>
          <a:lstStyle/>
          <a:p>
            <a:endParaRPr lang="en-US"/>
          </a:p>
        </p:txBody>
      </p:sp>
      <p:sp>
        <p:nvSpPr>
          <p:cNvPr id="9" name="Slide Number Placeholder 8"/>
          <p:cNvSpPr>
            <a:spLocks noGrp="1"/>
          </p:cNvSpPr>
          <p:nvPr>
            <p:ph type="sldNum" sz="quarter" idx="13"/>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C4610787-C6FF-B7D0-EEA6-949440D6B6E8}"/>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10" name="Title 1">
            <a:extLst>
              <a:ext uri="{FF2B5EF4-FFF2-40B4-BE49-F238E27FC236}">
                <a16:creationId xmlns:a16="http://schemas.microsoft.com/office/drawing/2014/main" id="{F624F2C0-D708-0724-E092-400D1B4E86C9}"/>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28702321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ntent - orange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47421"/>
            <a:ext cx="27432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32766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61722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3">
            <a:extLst>
              <a:ext uri="{FF2B5EF4-FFF2-40B4-BE49-F238E27FC236}">
                <a16:creationId xmlns:a16="http://schemas.microsoft.com/office/drawing/2014/main" id="{333503CF-D95E-41B4-AA9C-512E591D0A1D}"/>
              </a:ext>
            </a:extLst>
          </p:cNvPr>
          <p:cNvSpPr>
            <a:spLocks noGrp="1"/>
          </p:cNvSpPr>
          <p:nvPr>
            <p:ph sz="half" idx="11"/>
          </p:nvPr>
        </p:nvSpPr>
        <p:spPr>
          <a:xfrm>
            <a:off x="90678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2"/>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10" name="Footer Placeholder 9"/>
          <p:cNvSpPr>
            <a:spLocks noGrp="1"/>
          </p:cNvSpPr>
          <p:nvPr>
            <p:ph type="ftr" sz="quarter" idx="13"/>
          </p:nvPr>
        </p:nvSpPr>
        <p:spPr>
          <a:xfrm>
            <a:off x="2209800" y="6629401"/>
            <a:ext cx="7772400" cy="114300"/>
          </a:xfrm>
          <a:prstGeom prst="rect">
            <a:avLst/>
          </a:prstGeom>
        </p:spPr>
        <p:txBody>
          <a:bodyPr/>
          <a:lstStyle/>
          <a:p>
            <a:endParaRPr lang="en-US"/>
          </a:p>
        </p:txBody>
      </p:sp>
      <p:sp>
        <p:nvSpPr>
          <p:cNvPr id="11" name="Slide Number Placeholder 10"/>
          <p:cNvSpPr>
            <a:spLocks noGrp="1"/>
          </p:cNvSpPr>
          <p:nvPr>
            <p:ph type="sldNum" sz="quarter" idx="14"/>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E8CE7876-9C5D-1B1B-A6FE-5641D207F579}"/>
              </a:ext>
            </a:extLst>
          </p:cNvPr>
          <p:cNvCxnSpPr>
            <a:cxnSpLocks/>
          </p:cNvCxnSpPr>
          <p:nvPr userDrawn="1"/>
        </p:nvCxnSpPr>
        <p:spPr>
          <a:xfrm flipH="1">
            <a:off x="381000" y="1057275"/>
            <a:ext cx="11430000" cy="0"/>
          </a:xfrm>
          <a:prstGeom prst="line">
            <a:avLst/>
          </a:prstGeom>
          <a:ln w="50800">
            <a:solidFill>
              <a:srgbClr val="F95300"/>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D0F4C301-DD35-CF11-7BC2-41D2017F6440}"/>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7003439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ADA06-0604-402E-96FC-C5A69639078C}"/>
              </a:ext>
            </a:extLst>
          </p:cNvPr>
          <p:cNvSpPr>
            <a:spLocks noGrp="1"/>
          </p:cNvSpPr>
          <p:nvPr>
            <p:ph idx="1" hasCustomPrompt="1"/>
          </p:nvPr>
        </p:nvSpPr>
        <p:spPr>
          <a:xfrm>
            <a:off x="381000" y="1247480"/>
            <a:ext cx="11430000" cy="5153319"/>
          </a:xfrm>
        </p:spPr>
        <p:txBody>
          <a:bodyPr/>
          <a:lstStyle>
            <a:lvl1pPr marL="347472" indent="-228600">
              <a:defRPr/>
            </a:lvl1pPr>
            <a:lvl2pPr marL="566928" indent="-228600">
              <a:defRPr/>
            </a:lvl2pPr>
            <a:lvl3pPr marL="914400" indent="-228600">
              <a:defRPr>
                <a:solidFill>
                  <a:schemeClr val="tx1"/>
                </a:solidFill>
              </a:defRPr>
            </a:lvl3pPr>
            <a:lvl4pPr marL="1261872" indent="-228600">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7E9016F2-3606-A3A6-5E91-FC2E9F64CFA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9" name="Footer Placeholder 4">
            <a:extLst>
              <a:ext uri="{FF2B5EF4-FFF2-40B4-BE49-F238E27FC236}">
                <a16:creationId xmlns:a16="http://schemas.microsoft.com/office/drawing/2014/main" id="{549E8D5F-B4DE-9CF6-E9CC-745F67D95124}"/>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FCFDC9C8-0F31-D465-8BD7-3CDCAC8DF4AD}"/>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911573E5-99EE-3437-E15A-BE4B51323BCC}"/>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A8C7B747-30FC-254D-8D9E-57ECC3FD1364}"/>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400541566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57314"/>
            <a:ext cx="5486401" cy="5143473"/>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6324600" y="1257313"/>
            <a:ext cx="5486400" cy="5143426"/>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11" name="Footer Placeholder 10"/>
          <p:cNvSpPr>
            <a:spLocks noGrp="1"/>
          </p:cNvSpPr>
          <p:nvPr>
            <p:ph type="ftr" sz="quarter" idx="11"/>
          </p:nvPr>
        </p:nvSpPr>
        <p:spPr>
          <a:xfrm>
            <a:off x="2209800" y="6629401"/>
            <a:ext cx="7772400" cy="114300"/>
          </a:xfrm>
          <a:prstGeom prst="rect">
            <a:avLst/>
          </a:prstGeom>
        </p:spPr>
        <p:txBody>
          <a:bodyPr/>
          <a:lstStyle/>
          <a:p>
            <a:endParaRPr lang="en-US"/>
          </a:p>
        </p:txBody>
      </p:sp>
      <p:sp>
        <p:nvSpPr>
          <p:cNvPr id="12" name="Slide Number Placeholder 11"/>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A85EE5F6-6B34-C960-EEC7-35300F5BA94B}"/>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1B84049A-6C99-D165-3203-D15009FC2120}"/>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35965831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1" y="1247421"/>
            <a:ext cx="36576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4267200" y="1247420"/>
            <a:ext cx="36576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8153400" y="1247420"/>
            <a:ext cx="3657600" cy="5153319"/>
          </a:xfrm>
        </p:spPr>
        <p:txBody>
          <a:bodyPr>
            <a:noAutofit/>
          </a:bodyPr>
          <a:lstStyle>
            <a:lvl1pPr>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1"/>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8" name="Footer Placeholder 7"/>
          <p:cNvSpPr>
            <a:spLocks noGrp="1"/>
          </p:cNvSpPr>
          <p:nvPr>
            <p:ph type="ftr" sz="quarter" idx="12"/>
          </p:nvPr>
        </p:nvSpPr>
        <p:spPr>
          <a:xfrm>
            <a:off x="2209800" y="6629401"/>
            <a:ext cx="7772400" cy="114300"/>
          </a:xfrm>
          <a:prstGeom prst="rect">
            <a:avLst/>
          </a:prstGeom>
        </p:spPr>
        <p:txBody>
          <a:bodyPr/>
          <a:lstStyle/>
          <a:p>
            <a:endParaRPr lang="en-US"/>
          </a:p>
        </p:txBody>
      </p:sp>
      <p:sp>
        <p:nvSpPr>
          <p:cNvPr id="9" name="Slide Number Placeholder 8"/>
          <p:cNvSpPr>
            <a:spLocks noGrp="1"/>
          </p:cNvSpPr>
          <p:nvPr>
            <p:ph type="sldNum" sz="quarter" idx="13"/>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C4610787-C6FF-B7D0-EEA6-949440D6B6E8}"/>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10" name="Title 1">
            <a:extLst>
              <a:ext uri="{FF2B5EF4-FFF2-40B4-BE49-F238E27FC236}">
                <a16:creationId xmlns:a16="http://schemas.microsoft.com/office/drawing/2014/main" id="{DAFB8B7E-76E7-E2A2-02F1-8488A4C65A3E}"/>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37571038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 yellow ru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47421"/>
            <a:ext cx="27432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32766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61722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3">
            <a:extLst>
              <a:ext uri="{FF2B5EF4-FFF2-40B4-BE49-F238E27FC236}">
                <a16:creationId xmlns:a16="http://schemas.microsoft.com/office/drawing/2014/main" id="{333503CF-D95E-41B4-AA9C-512E591D0A1D}"/>
              </a:ext>
            </a:extLst>
          </p:cNvPr>
          <p:cNvSpPr>
            <a:spLocks noGrp="1"/>
          </p:cNvSpPr>
          <p:nvPr>
            <p:ph sz="half" idx="11"/>
          </p:nvPr>
        </p:nvSpPr>
        <p:spPr>
          <a:xfrm>
            <a:off x="90678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2"/>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10" name="Footer Placeholder 9"/>
          <p:cNvSpPr>
            <a:spLocks noGrp="1"/>
          </p:cNvSpPr>
          <p:nvPr>
            <p:ph type="ftr" sz="quarter" idx="13"/>
          </p:nvPr>
        </p:nvSpPr>
        <p:spPr>
          <a:xfrm>
            <a:off x="2209800" y="6629401"/>
            <a:ext cx="7772400" cy="114300"/>
          </a:xfrm>
          <a:prstGeom prst="rect">
            <a:avLst/>
          </a:prstGeom>
        </p:spPr>
        <p:txBody>
          <a:bodyPr/>
          <a:lstStyle/>
          <a:p>
            <a:endParaRPr lang="en-US"/>
          </a:p>
        </p:txBody>
      </p:sp>
      <p:sp>
        <p:nvSpPr>
          <p:cNvPr id="11" name="Slide Number Placeholder 10"/>
          <p:cNvSpPr>
            <a:spLocks noGrp="1"/>
          </p:cNvSpPr>
          <p:nvPr>
            <p:ph type="sldNum" sz="quarter" idx="14"/>
          </p:nvPr>
        </p:nvSpPr>
        <p:spPr>
          <a:xfrm>
            <a:off x="10439400" y="6629400"/>
            <a:ext cx="1371600" cy="114299"/>
          </a:xfrm>
          <a:prstGeom prst="rect">
            <a:avLst/>
          </a:prstGeom>
        </p:spPr>
        <p:txBody>
          <a:bodyPr/>
          <a:lstStyle/>
          <a:p>
            <a:fld id="{C15D44F4-F215-4E77-8A37-E5924A9890F9}" type="slidenum">
              <a:rPr lang="en-US" smtClean="0"/>
              <a:t>‹#›</a:t>
            </a:fld>
            <a:endParaRPr lang="en-US"/>
          </a:p>
        </p:txBody>
      </p:sp>
      <p:cxnSp>
        <p:nvCxnSpPr>
          <p:cNvPr id="2" name="Straight Connector 1">
            <a:extLst>
              <a:ext uri="{FF2B5EF4-FFF2-40B4-BE49-F238E27FC236}">
                <a16:creationId xmlns:a16="http://schemas.microsoft.com/office/drawing/2014/main" id="{E8CE7876-9C5D-1B1B-A6FE-5641D207F579}"/>
              </a:ext>
            </a:extLst>
          </p:cNvPr>
          <p:cNvCxnSpPr>
            <a:cxnSpLocks/>
          </p:cNvCxnSpPr>
          <p:nvPr userDrawn="1"/>
        </p:nvCxnSpPr>
        <p:spPr>
          <a:xfrm flipH="1">
            <a:off x="381000" y="1057275"/>
            <a:ext cx="11430000" cy="0"/>
          </a:xfrm>
          <a:prstGeom prst="line">
            <a:avLst/>
          </a:prstGeom>
          <a:ln w="50800">
            <a:solidFill>
              <a:schemeClr val="accent3"/>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8" name="Title 1">
            <a:extLst>
              <a:ext uri="{FF2B5EF4-FFF2-40B4-BE49-F238E27FC236}">
                <a16:creationId xmlns:a16="http://schemas.microsoft.com/office/drawing/2014/main" id="{74383601-EA0A-695F-81E3-5B2BB188493D}"/>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999162807"/>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ADA06-0604-402E-96FC-C5A69639078C}"/>
              </a:ext>
            </a:extLst>
          </p:cNvPr>
          <p:cNvSpPr>
            <a:spLocks noGrp="1"/>
          </p:cNvSpPr>
          <p:nvPr>
            <p:ph idx="1" hasCustomPrompt="1"/>
          </p:nvPr>
        </p:nvSpPr>
        <p:spPr>
          <a:xfrm>
            <a:off x="381000" y="1247480"/>
            <a:ext cx="11430000" cy="5153319"/>
          </a:xfrm>
        </p:spPr>
        <p:txBody>
          <a:bodyPr/>
          <a:lstStyle>
            <a:lvl1pPr marL="347472" indent="-228600">
              <a:defRPr/>
            </a:lvl1pPr>
            <a:lvl2pPr marL="566928" indent="-228600">
              <a:defRPr/>
            </a:lvl2pPr>
            <a:lvl3pPr marL="914400" indent="-228600">
              <a:defRPr>
                <a:solidFill>
                  <a:schemeClr val="tx1"/>
                </a:solidFill>
              </a:defRPr>
            </a:lvl3pPr>
            <a:lvl4pPr marL="1261872" indent="-228600">
              <a:defRPr>
                <a:solidFill>
                  <a:schemeClr val="tx1"/>
                </a:solidFill>
              </a:defRPr>
            </a:lvl4pPr>
            <a:lvl5pPr marL="1481328" indent="-228600">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7E9016F2-3606-A3A6-5E91-FC2E9F64CFA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9" name="Footer Placeholder 4">
            <a:extLst>
              <a:ext uri="{FF2B5EF4-FFF2-40B4-BE49-F238E27FC236}">
                <a16:creationId xmlns:a16="http://schemas.microsoft.com/office/drawing/2014/main" id="{549E8D5F-B4DE-9CF6-E9CC-745F67D95124}"/>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10" name="Slide Number Placeholder 5">
            <a:extLst>
              <a:ext uri="{FF2B5EF4-FFF2-40B4-BE49-F238E27FC236}">
                <a16:creationId xmlns:a16="http://schemas.microsoft.com/office/drawing/2014/main" id="{FCFDC9C8-0F31-D465-8BD7-3CDCAC8DF4AD}"/>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BD886E5B-619F-DCFE-94EE-D2504C6F7783}"/>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77269834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57314"/>
            <a:ext cx="5486401" cy="5143473"/>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6324600" y="1257313"/>
            <a:ext cx="5486400" cy="5143426"/>
          </a:xfrm>
        </p:spPr>
        <p:txBody>
          <a:bodyPr>
            <a:noAutofit/>
          </a:bodyPr>
          <a:lstStyle>
            <a:lvl1pPr marL="347472" indent="-228600">
              <a:defRPr sz="2400"/>
            </a:lvl1pPr>
            <a:lvl2pPr indent="-228600">
              <a:defRPr sz="2000"/>
            </a:lvl2pPr>
            <a:lvl3pPr>
              <a:defRPr sz="1800"/>
            </a:lvl3pPr>
            <a:lvl4pPr>
              <a:defRPr sz="1600"/>
            </a:lvl4pPr>
            <a:lvl5pPr marL="1481328" indent="-2286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11" name="Footer Placeholder 10"/>
          <p:cNvSpPr>
            <a:spLocks noGrp="1"/>
          </p:cNvSpPr>
          <p:nvPr>
            <p:ph type="ftr" sz="quarter" idx="11"/>
          </p:nvPr>
        </p:nvSpPr>
        <p:spPr>
          <a:xfrm>
            <a:off x="2209800" y="6629401"/>
            <a:ext cx="7772400" cy="114300"/>
          </a:xfrm>
          <a:prstGeom prst="rect">
            <a:avLst/>
          </a:prstGeom>
        </p:spPr>
        <p:txBody>
          <a:bodyPr/>
          <a:lstStyle/>
          <a:p>
            <a:endParaRPr lang="en-US"/>
          </a:p>
        </p:txBody>
      </p:sp>
      <p:sp>
        <p:nvSpPr>
          <p:cNvPr id="12" name="Slide Number Placeholder 11"/>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DEABB966-C5CF-BEA6-1713-8D32C0E7D3A6}"/>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234437842"/>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1" y="1247421"/>
            <a:ext cx="36576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4267200" y="1247420"/>
            <a:ext cx="36576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8153400" y="1247420"/>
            <a:ext cx="3657600" cy="5153319"/>
          </a:xfrm>
        </p:spPr>
        <p:txBody>
          <a:bodyPr>
            <a:noAutofit/>
          </a:bodyPr>
          <a:lstStyle>
            <a:lvl1pPr>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1"/>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8" name="Footer Placeholder 7"/>
          <p:cNvSpPr>
            <a:spLocks noGrp="1"/>
          </p:cNvSpPr>
          <p:nvPr>
            <p:ph type="ftr" sz="quarter" idx="12"/>
          </p:nvPr>
        </p:nvSpPr>
        <p:spPr>
          <a:xfrm>
            <a:off x="2209800" y="6629401"/>
            <a:ext cx="7772400" cy="114300"/>
          </a:xfrm>
          <a:prstGeom prst="rect">
            <a:avLst/>
          </a:prstGeom>
        </p:spPr>
        <p:txBody>
          <a:bodyPr/>
          <a:lstStyle/>
          <a:p>
            <a:endParaRPr lang="en-US"/>
          </a:p>
        </p:txBody>
      </p:sp>
      <p:sp>
        <p:nvSpPr>
          <p:cNvPr id="9" name="Slide Number Placeholder 8"/>
          <p:cNvSpPr>
            <a:spLocks noGrp="1"/>
          </p:cNvSpPr>
          <p:nvPr>
            <p:ph type="sldNum" sz="quarter" idx="13"/>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99EDFCC0-875C-FA34-BA7B-57937C553F06}"/>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453427628"/>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5E70E-01FE-4CE1-AB12-E189F3DA6A2F}"/>
              </a:ext>
            </a:extLst>
          </p:cNvPr>
          <p:cNvSpPr>
            <a:spLocks noGrp="1"/>
          </p:cNvSpPr>
          <p:nvPr>
            <p:ph sz="half" idx="1"/>
          </p:nvPr>
        </p:nvSpPr>
        <p:spPr>
          <a:xfrm>
            <a:off x="381000" y="1247421"/>
            <a:ext cx="2743200" cy="5153366"/>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333503CF-D95E-41B4-AA9C-512E591D0A1D}"/>
              </a:ext>
            </a:extLst>
          </p:cNvPr>
          <p:cNvSpPr>
            <a:spLocks noGrp="1"/>
          </p:cNvSpPr>
          <p:nvPr>
            <p:ph sz="half" idx="2"/>
          </p:nvPr>
        </p:nvSpPr>
        <p:spPr>
          <a:xfrm>
            <a:off x="32766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333503CF-D95E-41B4-AA9C-512E591D0A1D}"/>
              </a:ext>
            </a:extLst>
          </p:cNvPr>
          <p:cNvSpPr>
            <a:spLocks noGrp="1"/>
          </p:cNvSpPr>
          <p:nvPr>
            <p:ph sz="half" idx="10"/>
          </p:nvPr>
        </p:nvSpPr>
        <p:spPr>
          <a:xfrm>
            <a:off x="61722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3">
            <a:extLst>
              <a:ext uri="{FF2B5EF4-FFF2-40B4-BE49-F238E27FC236}">
                <a16:creationId xmlns:a16="http://schemas.microsoft.com/office/drawing/2014/main" id="{333503CF-D95E-41B4-AA9C-512E591D0A1D}"/>
              </a:ext>
            </a:extLst>
          </p:cNvPr>
          <p:cNvSpPr>
            <a:spLocks noGrp="1"/>
          </p:cNvSpPr>
          <p:nvPr>
            <p:ph sz="half" idx="11"/>
          </p:nvPr>
        </p:nvSpPr>
        <p:spPr>
          <a:xfrm>
            <a:off x="9067800" y="1247420"/>
            <a:ext cx="2743200" cy="5153319"/>
          </a:xfrm>
        </p:spPr>
        <p:txBody>
          <a:bodyPr>
            <a:noAutofit/>
          </a:bodyPr>
          <a:lstStyle>
            <a:lvl1pPr marL="347472" indent="-228600">
              <a:defRPr sz="2000"/>
            </a:lvl1pPr>
            <a:lvl2pPr indent="-228600">
              <a:defRPr sz="1800"/>
            </a:lvl2pPr>
            <a:lvl3pPr>
              <a:defRPr sz="1600"/>
            </a:lvl3pPr>
            <a:lvl4pPr>
              <a:defRPr sz="1400"/>
            </a:lvl4pPr>
            <a:lvl5pPr marL="1481328" indent="-2286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p:cNvSpPr>
            <a:spLocks noGrp="1"/>
          </p:cNvSpPr>
          <p:nvPr>
            <p:ph type="dt" sz="half" idx="12"/>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10" name="Footer Placeholder 9"/>
          <p:cNvSpPr>
            <a:spLocks noGrp="1"/>
          </p:cNvSpPr>
          <p:nvPr>
            <p:ph type="ftr" sz="quarter" idx="13"/>
          </p:nvPr>
        </p:nvSpPr>
        <p:spPr>
          <a:xfrm>
            <a:off x="2209800" y="6629401"/>
            <a:ext cx="7772400" cy="114300"/>
          </a:xfrm>
          <a:prstGeom prst="rect">
            <a:avLst/>
          </a:prstGeom>
        </p:spPr>
        <p:txBody>
          <a:bodyPr/>
          <a:lstStyle/>
          <a:p>
            <a:endParaRPr lang="en-US"/>
          </a:p>
        </p:txBody>
      </p:sp>
      <p:sp>
        <p:nvSpPr>
          <p:cNvPr id="11" name="Slide Number Placeholder 10"/>
          <p:cNvSpPr>
            <a:spLocks noGrp="1"/>
          </p:cNvSpPr>
          <p:nvPr>
            <p:ph type="sldNum" sz="quarter" idx="14"/>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9841F19B-51C3-9A32-6032-BE555850D6FA}"/>
              </a:ext>
            </a:extLst>
          </p:cNvPr>
          <p:cNvSpPr>
            <a:spLocks noGrp="1"/>
          </p:cNvSpPr>
          <p:nvPr>
            <p:ph type="title" hasCustomPrompt="1"/>
          </p:nvPr>
        </p:nvSpPr>
        <p:spPr>
          <a:xfrm>
            <a:off x="1524" y="0"/>
            <a:ext cx="11809476" cy="1138773"/>
          </a:xfrm>
          <a:noFill/>
          <a:ln>
            <a:noFill/>
          </a:ln>
        </p:spPr>
        <p:txBody>
          <a:bodyPr wrap="square" lIns="457200" tIns="91440" bIns="0">
            <a:noAutofit/>
          </a:bodyPr>
          <a:lstStyle>
            <a:lvl1pPr>
              <a:lnSpc>
                <a:spcPct val="85000"/>
              </a:lnSpc>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419879273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EB97EB-ED75-4EDB-8F10-F21465C79997}"/>
              </a:ext>
            </a:extLst>
          </p:cNvPr>
          <p:cNvSpPr>
            <a:spLocks noGrp="1"/>
          </p:cNvSpPr>
          <p:nvPr>
            <p:ph idx="1"/>
          </p:nvPr>
        </p:nvSpPr>
        <p:spPr>
          <a:xfrm>
            <a:off x="381000" y="1143000"/>
            <a:ext cx="8686800" cy="5257800"/>
          </a:xfrm>
        </p:spPr>
        <p:txBody>
          <a:bodyPr/>
          <a:lstStyle>
            <a:lvl1pPr marL="347472" indent="-228600">
              <a:defRPr sz="3200"/>
            </a:lvl1pPr>
            <a:lvl2pPr indent="-228600">
              <a:defRPr sz="2800"/>
            </a:lvl2pPr>
            <a:lvl3pPr>
              <a:defRPr sz="2400"/>
            </a:lvl3pPr>
            <a:lvl4pPr>
              <a:defRPr sz="2000"/>
            </a:lvl4pPr>
            <a:lvl5pPr marL="1481328" indent="-228600">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78B1A47-1029-4EF2-AB59-A978C590AE90}"/>
              </a:ext>
            </a:extLst>
          </p:cNvPr>
          <p:cNvSpPr>
            <a:spLocks noGrp="1"/>
          </p:cNvSpPr>
          <p:nvPr>
            <p:ph type="body" sz="half" idx="2"/>
          </p:nvPr>
        </p:nvSpPr>
        <p:spPr>
          <a:xfrm>
            <a:off x="9296400" y="1143000"/>
            <a:ext cx="2514600" cy="5257800"/>
          </a:xfrm>
          <a:solidFill>
            <a:schemeClr val="bg2"/>
          </a:solidFill>
        </p:spPr>
        <p:txBody>
          <a:bodyPr lIns="91440" tIns="91440" rIns="91440" bIns="91440" anchor="ctr">
            <a:normAutofit/>
          </a:bodyPr>
          <a:lstStyle>
            <a:lvl1pPr marL="0" indent="0">
              <a:buNone/>
              <a:defRPr sz="2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768143-0EE0-4783-89E1-5EA55EC5D4D0}"/>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6" name="Footer Placeholder 5">
            <a:extLst>
              <a:ext uri="{FF2B5EF4-FFF2-40B4-BE49-F238E27FC236}">
                <a16:creationId xmlns:a16="http://schemas.microsoft.com/office/drawing/2014/main" id="{C75BB4D3-DC82-4F22-84F1-DA3E8BF672FA}"/>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D5A4EFE-6E2A-4694-BE6D-C4EB3FAB5E88}"/>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31778109-255E-509A-19F6-3D6426C840A0}"/>
              </a:ext>
            </a:extLst>
          </p:cNvPr>
          <p:cNvSpPr>
            <a:spLocks noGrp="1"/>
          </p:cNvSpPr>
          <p:nvPr>
            <p:ph type="title"/>
          </p:nvPr>
        </p:nvSpPr>
        <p:spPr>
          <a:xfrm>
            <a:off x="381000" y="228600"/>
            <a:ext cx="11430000" cy="685800"/>
          </a:xfrm>
        </p:spPr>
        <p:txBody>
          <a:bodyPr anchor="ctr" anchorCtr="0"/>
          <a:lstStyle>
            <a:lvl1pPr>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70540664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8E15E2-4FEA-40B8-945D-0B65E7AB7D46}"/>
              </a:ext>
            </a:extLst>
          </p:cNvPr>
          <p:cNvSpPr>
            <a:spLocks noGrp="1"/>
          </p:cNvSpPr>
          <p:nvPr>
            <p:ph type="pic" idx="1"/>
          </p:nvPr>
        </p:nvSpPr>
        <p:spPr>
          <a:xfrm>
            <a:off x="3124200" y="1143000"/>
            <a:ext cx="8686800" cy="5257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4ECC6DC-B05C-4067-BC75-5292D1CF232B}"/>
              </a:ext>
            </a:extLst>
          </p:cNvPr>
          <p:cNvSpPr>
            <a:spLocks noGrp="1"/>
          </p:cNvSpPr>
          <p:nvPr>
            <p:ph type="body" sz="half" idx="2"/>
          </p:nvPr>
        </p:nvSpPr>
        <p:spPr>
          <a:xfrm>
            <a:off x="381000" y="1143000"/>
            <a:ext cx="2514599" cy="5257800"/>
          </a:xfrm>
          <a:solidFill>
            <a:schemeClr val="bg2"/>
          </a:solidFill>
        </p:spPr>
        <p:txBody>
          <a:bodyPr lIns="91440" tIns="91440" rIns="91440" bIns="91440" anchor="ctr">
            <a:normAutofit/>
          </a:bodyPr>
          <a:lstStyle>
            <a:lvl1pPr marL="0" indent="0">
              <a:buNone/>
              <a:defRPr sz="2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D9517C-C18A-4977-84E8-E92783D4130F}"/>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6" name="Footer Placeholder 5">
            <a:extLst>
              <a:ext uri="{FF2B5EF4-FFF2-40B4-BE49-F238E27FC236}">
                <a16:creationId xmlns:a16="http://schemas.microsoft.com/office/drawing/2014/main" id="{92ED6DB1-8D60-4505-A190-4A11920A5ED0}"/>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622A32F-FDE5-4A2A-A5AF-32CCAB7B7183}"/>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
        <p:nvSpPr>
          <p:cNvPr id="2" name="Title 1">
            <a:extLst>
              <a:ext uri="{FF2B5EF4-FFF2-40B4-BE49-F238E27FC236}">
                <a16:creationId xmlns:a16="http://schemas.microsoft.com/office/drawing/2014/main" id="{E1F37FE5-BE46-532A-F08B-108C74394663}"/>
              </a:ext>
            </a:extLst>
          </p:cNvPr>
          <p:cNvSpPr>
            <a:spLocks noGrp="1"/>
          </p:cNvSpPr>
          <p:nvPr>
            <p:ph type="title"/>
          </p:nvPr>
        </p:nvSpPr>
        <p:spPr>
          <a:xfrm>
            <a:off x="381000" y="228600"/>
            <a:ext cx="11430000" cy="685800"/>
          </a:xfrm>
        </p:spPr>
        <p:txBody>
          <a:bodyPr anchor="ctr" anchorCtr="0"/>
          <a:lstStyle>
            <a:lvl1pPr>
              <a:defRPr sz="32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8259894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 orange accent">
    <p:bg>
      <p:bgPr>
        <a:solidFill>
          <a:schemeClr val="bg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rgbClr val="F95300"/>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bg2"/>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523207207"/>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 green">
    <p:bg>
      <p:bgPr>
        <a:solidFill>
          <a:schemeClr val="accent1"/>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chemeClr val="bg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accent5"/>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solidFill>
                  <a:schemeClr val="bg1"/>
                </a:solidFill>
              </a:defRPr>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238686325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 green accent">
    <p:bg>
      <p:bgPr>
        <a:solidFill>
          <a:schemeClr val="bg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chemeClr val="accent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bg2"/>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318632058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 blue">
    <p:bg>
      <p:bgPr>
        <a:solidFill>
          <a:schemeClr val="tx2"/>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3D169A9-DE69-34F1-B47A-24636E348405}"/>
              </a:ext>
            </a:extLst>
          </p:cNvPr>
          <p:cNvSpPr/>
          <p:nvPr userDrawn="1"/>
        </p:nvSpPr>
        <p:spPr bwMode="auto">
          <a:xfrm>
            <a:off x="10210800" y="218136"/>
            <a:ext cx="1600200" cy="1600200"/>
          </a:xfrm>
          <a:prstGeom prst="roundRect">
            <a:avLst>
              <a:gd name="adj" fmla="val 11655"/>
            </a:avLst>
          </a:prstGeom>
          <a:solidFill>
            <a:schemeClr val="bg1"/>
          </a:solidFill>
          <a:ln w="12700">
            <a:no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indent="0">
              <a:buNone/>
            </a:pPr>
            <a:endParaRPr lang="en-US" dirty="0"/>
          </a:p>
        </p:txBody>
      </p:sp>
      <p:sp>
        <p:nvSpPr>
          <p:cNvPr id="4" name="TextBox 3">
            <a:extLst>
              <a:ext uri="{FF2B5EF4-FFF2-40B4-BE49-F238E27FC236}">
                <a16:creationId xmlns:a16="http://schemas.microsoft.com/office/drawing/2014/main" id="{A45FD7EF-1FE3-77FA-E301-D2E2C1BF172F}"/>
              </a:ext>
            </a:extLst>
          </p:cNvPr>
          <p:cNvSpPr txBox="1"/>
          <p:nvPr userDrawn="1"/>
        </p:nvSpPr>
        <p:spPr>
          <a:xfrm rot="10800000">
            <a:off x="10403201" y="-1028699"/>
            <a:ext cx="1215397" cy="2641813"/>
          </a:xfrm>
          <a:prstGeom prst="rect">
            <a:avLst/>
          </a:prstGeom>
          <a:noFill/>
        </p:spPr>
        <p:txBody>
          <a:bodyPr wrap="none" lIns="91440" tIns="91440" rIns="91440" bIns="91440" rtlCol="0" anchor="t">
            <a:spAutoFit/>
          </a:bodyPr>
          <a:lstStyle/>
          <a:p>
            <a:pPr>
              <a:lnSpc>
                <a:spcPct val="90000"/>
              </a:lnSpc>
              <a:spcAft>
                <a:spcPts val="600"/>
              </a:spcAft>
            </a:pPr>
            <a:r>
              <a:rPr lang="en-US" sz="17500" dirty="0">
                <a:solidFill>
                  <a:schemeClr val="accent1"/>
                </a:solidFill>
                <a:latin typeface="Elephant" panose="02020904090505020303" pitchFamily="18" charset="0"/>
              </a:rPr>
              <a:t>“</a:t>
            </a:r>
          </a:p>
        </p:txBody>
      </p:sp>
      <p:sp>
        <p:nvSpPr>
          <p:cNvPr id="5" name="Content Placeholder 2">
            <a:extLst>
              <a:ext uri="{FF2B5EF4-FFF2-40B4-BE49-F238E27FC236}">
                <a16:creationId xmlns:a16="http://schemas.microsoft.com/office/drawing/2014/main" id="{75A09BE3-54F0-17C0-5021-CC8817E948E1}"/>
              </a:ext>
            </a:extLst>
          </p:cNvPr>
          <p:cNvSpPr>
            <a:spLocks noGrp="1"/>
          </p:cNvSpPr>
          <p:nvPr>
            <p:ph idx="1" hasCustomPrompt="1"/>
          </p:nvPr>
        </p:nvSpPr>
        <p:spPr>
          <a:xfrm>
            <a:off x="381000" y="2171701"/>
            <a:ext cx="11430000" cy="4457699"/>
          </a:xfrm>
        </p:spPr>
        <p:txBody>
          <a:bodyPr/>
          <a:lstStyle>
            <a:lvl1pPr marL="118872" indent="0">
              <a:buFontTx/>
              <a:buNone/>
              <a:defRPr sz="4000">
                <a:solidFill>
                  <a:schemeClr val="bg1"/>
                </a:solidFill>
              </a:defRPr>
            </a:lvl1pPr>
            <a:lvl2pPr marL="338328" indent="0">
              <a:buFontTx/>
              <a:buNone/>
              <a:defRPr/>
            </a:lvl2pPr>
            <a:lvl3pPr marL="685800" indent="0">
              <a:buFontTx/>
              <a:buNone/>
              <a:defRPr>
                <a:solidFill>
                  <a:schemeClr val="tx1"/>
                </a:solidFill>
              </a:defRPr>
            </a:lvl3pPr>
            <a:lvl4pPr marL="1033272" indent="0">
              <a:buFontTx/>
              <a:buNone/>
              <a:defRPr>
                <a:solidFill>
                  <a:schemeClr val="tx1"/>
                </a:solidFill>
              </a:defRPr>
            </a:lvl4pPr>
            <a:lvl5pPr marL="1252728" indent="0">
              <a:buFontTx/>
              <a:buNone/>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3233639718"/>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ock - 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EF8C3B5-5C84-7C42-9D58-DE1984D3A60D}"/>
              </a:ext>
            </a:extLst>
          </p:cNvPr>
          <p:cNvSpPr>
            <a:spLocks noGrp="1"/>
          </p:cNvSpPr>
          <p:nvPr>
            <p:ph type="dt" sz="half" idx="10"/>
          </p:nvPr>
        </p:nvSpPr>
        <p:spPr/>
        <p:txBody>
          <a:bodyPr/>
          <a:lstStyle/>
          <a:p>
            <a:fld id="{5958763E-B898-436D-883D-03711491D54A}" type="datetimeFigureOut">
              <a:rPr lang="en-US" smtClean="0"/>
              <a:pPr/>
              <a:t>6/16/2026</a:t>
            </a:fld>
            <a:endParaRPr lang="en-US" dirty="0"/>
          </a:p>
        </p:txBody>
      </p:sp>
      <p:sp>
        <p:nvSpPr>
          <p:cNvPr id="4" name="Footer Placeholder 3">
            <a:extLst>
              <a:ext uri="{FF2B5EF4-FFF2-40B4-BE49-F238E27FC236}">
                <a16:creationId xmlns:a16="http://schemas.microsoft.com/office/drawing/2014/main" id="{60A24130-CBCC-5E2D-2009-94C7120F83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BD6EBC-C65F-61CA-84F6-C1DD2B836BE4}"/>
              </a:ext>
            </a:extLst>
          </p:cNvPr>
          <p:cNvSpPr>
            <a:spLocks noGrp="1"/>
          </p:cNvSpPr>
          <p:nvPr>
            <p:ph type="sldNum" sz="quarter" idx="12"/>
          </p:nvPr>
        </p:nvSpPr>
        <p:spPr/>
        <p:txBody>
          <a:bodyPr/>
          <a:lstStyle/>
          <a:p>
            <a:fld id="{C15D44F4-F215-4E77-8A37-E5924A9890F9}" type="slidenum">
              <a:rPr lang="en-US" smtClean="0"/>
              <a:pPr/>
              <a:t>‹#›</a:t>
            </a:fld>
            <a:endParaRPr lang="en-US"/>
          </a:p>
        </p:txBody>
      </p:sp>
    </p:spTree>
    <p:extLst>
      <p:ext uri="{BB962C8B-B14F-4D97-AF65-F5344CB8AC3E}">
        <p14:creationId xmlns:p14="http://schemas.microsoft.com/office/powerpoint/2010/main" val="330029548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ock- warm gray">
    <p:bg>
      <p:bgPr>
        <a:solidFill>
          <a:schemeClr val="bg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E8DAF0-8B1C-4674-90FD-0641764538D9}"/>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3" name="Footer Placeholder 2">
            <a:extLst>
              <a:ext uri="{FF2B5EF4-FFF2-40B4-BE49-F238E27FC236}">
                <a16:creationId xmlns:a16="http://schemas.microsoft.com/office/drawing/2014/main" id="{478D4052-F0BD-4178-9362-38E0590C7F6B}"/>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5928ECA-89E2-46C4-B5A6-AC27D4A1F844}"/>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423504794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ock - green">
    <p:bg>
      <p:bgPr>
        <a:solidFill>
          <a:srgbClr val="006334"/>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E8DAF0-8B1C-4674-90FD-0641764538D9}"/>
              </a:ext>
            </a:extLst>
          </p:cNvPr>
          <p:cNvSpPr>
            <a:spLocks noGrp="1"/>
          </p:cNvSpPr>
          <p:nvPr>
            <p:ph type="dt" sz="half" idx="10"/>
          </p:nvPr>
        </p:nvSpPr>
        <p:spPr>
          <a:xfrm>
            <a:off x="381000" y="6629400"/>
            <a:ext cx="1371600" cy="114300"/>
          </a:xfrm>
          <a:prstGeom prst="rect">
            <a:avLst/>
          </a:prstGeom>
        </p:spPr>
        <p:txBody>
          <a:bodyPr/>
          <a:lstStyle/>
          <a:p>
            <a:fld id="{5958763E-B898-436D-883D-03711491D54A}" type="datetimeFigureOut">
              <a:rPr lang="en-US" smtClean="0"/>
              <a:t>6/16/2026</a:t>
            </a:fld>
            <a:endParaRPr lang="en-US"/>
          </a:p>
        </p:txBody>
      </p:sp>
      <p:sp>
        <p:nvSpPr>
          <p:cNvPr id="3" name="Footer Placeholder 2">
            <a:extLst>
              <a:ext uri="{FF2B5EF4-FFF2-40B4-BE49-F238E27FC236}">
                <a16:creationId xmlns:a16="http://schemas.microsoft.com/office/drawing/2014/main" id="{478D4052-F0BD-4178-9362-38E0590C7F6B}"/>
              </a:ext>
            </a:extLst>
          </p:cNvPr>
          <p:cNvSpPr>
            <a:spLocks noGrp="1"/>
          </p:cNvSpPr>
          <p:nvPr>
            <p:ph type="ftr" sz="quarter" idx="11"/>
          </p:nvPr>
        </p:nvSpPr>
        <p:spPr>
          <a:xfrm>
            <a:off x="2209800" y="6629401"/>
            <a:ext cx="7772400" cy="11430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E5928ECA-89E2-46C4-B5A6-AC27D4A1F844}"/>
              </a:ext>
            </a:extLst>
          </p:cNvPr>
          <p:cNvSpPr>
            <a:spLocks noGrp="1"/>
          </p:cNvSpPr>
          <p:nvPr>
            <p:ph type="sldNum" sz="quarter" idx="12"/>
          </p:nvPr>
        </p:nvSpPr>
        <p:spPr>
          <a:xfrm>
            <a:off x="10439400" y="6629400"/>
            <a:ext cx="1371600" cy="114299"/>
          </a:xfrm>
          <a:prstGeom prst="rect">
            <a:avLst/>
          </a:prstGeom>
        </p:spPr>
        <p:txBody>
          <a:bodyPr/>
          <a:lstStyle/>
          <a:p>
            <a:fld id="{C15D44F4-F215-4E77-8A37-E5924A9890F9}" type="slidenum">
              <a:rPr lang="en-US" smtClean="0"/>
              <a:t>‹#›</a:t>
            </a:fld>
            <a:endParaRPr lang="en-US"/>
          </a:p>
        </p:txBody>
      </p:sp>
    </p:spTree>
    <p:extLst>
      <p:ext uri="{BB962C8B-B14F-4D97-AF65-F5344CB8AC3E}">
        <p14:creationId xmlns:p14="http://schemas.microsoft.com/office/powerpoint/2010/main" val="3027253674"/>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losing slide - white with text">
    <p:bg>
      <p:bgPr>
        <a:solidFill>
          <a:schemeClr val="bg1"/>
        </a:solidFill>
        <a:effectLst/>
      </p:bgPr>
    </p:bg>
    <p:spTree>
      <p:nvGrpSpPr>
        <p:cNvPr id="1" name=""/>
        <p:cNvGrpSpPr/>
        <p:nvPr/>
      </p:nvGrpSpPr>
      <p:grpSpPr>
        <a:xfrm>
          <a:off x="0" y="0"/>
          <a:ext cx="0" cy="0"/>
          <a:chOff x="0" y="0"/>
          <a:chExt cx="0" cy="0"/>
        </a:xfrm>
      </p:grpSpPr>
      <p:sp>
        <p:nvSpPr>
          <p:cNvPr id="2" name="Text Placeholder 30">
            <a:extLst>
              <a:ext uri="{FF2B5EF4-FFF2-40B4-BE49-F238E27FC236}">
                <a16:creationId xmlns:a16="http://schemas.microsoft.com/office/drawing/2014/main" id="{C2846CA5-DB14-5466-DBFC-397E02DD857F}"/>
              </a:ext>
            </a:extLst>
          </p:cNvPr>
          <p:cNvSpPr>
            <a:spLocks noGrp="1"/>
          </p:cNvSpPr>
          <p:nvPr>
            <p:ph type="body" sz="quarter" idx="10" hasCustomPrompt="1"/>
          </p:nvPr>
        </p:nvSpPr>
        <p:spPr>
          <a:xfrm>
            <a:off x="381000" y="4291004"/>
            <a:ext cx="11430000" cy="457200"/>
          </a:xfrm>
        </p:spPr>
        <p:txBody>
          <a:bodyPr>
            <a:noAutofit/>
          </a:bodyPr>
          <a:lstStyle>
            <a:lvl1pPr marL="57150" indent="0" algn="ctr">
              <a:buNone/>
              <a:defRPr sz="2400">
                <a:solidFill>
                  <a:schemeClr val="tx1"/>
                </a:solidFill>
              </a:defRPr>
            </a:lvl1pPr>
            <a:lvl2pPr marL="457200" indent="0" algn="ctr">
              <a:buNone/>
              <a:defRPr sz="2000">
                <a:solidFill>
                  <a:schemeClr val="bg1"/>
                </a:solidFill>
              </a:defRPr>
            </a:lvl2pPr>
            <a:lvl3pPr marL="800100" indent="0" algn="ctr">
              <a:buNone/>
              <a:defRPr sz="1800">
                <a:solidFill>
                  <a:schemeClr val="bg1"/>
                </a:solidFill>
              </a:defRPr>
            </a:lvl3pPr>
            <a:lvl4pPr marL="1198563" indent="0" algn="ctr">
              <a:buNone/>
              <a:defRPr sz="1600">
                <a:solidFill>
                  <a:schemeClr val="bg1"/>
                </a:solidFill>
              </a:defRPr>
            </a:lvl4pPr>
            <a:lvl5pPr marL="1604962" indent="0" algn="ctr">
              <a:buNone/>
              <a:defRPr sz="1600">
                <a:solidFill>
                  <a:schemeClr val="bg1"/>
                </a:solidFill>
              </a:defRPr>
            </a:lvl5pPr>
          </a:lstStyle>
          <a:p>
            <a:pPr lvl="0"/>
            <a:r>
              <a:rPr lang="en-US" dirty="0"/>
              <a:t>&lt;Call to action&gt;</a:t>
            </a:r>
          </a:p>
        </p:txBody>
      </p:sp>
      <p:pic>
        <p:nvPicPr>
          <p:cNvPr id="7" name="Picture 6">
            <a:extLst>
              <a:ext uri="{FF2B5EF4-FFF2-40B4-BE49-F238E27FC236}">
                <a16:creationId xmlns:a16="http://schemas.microsoft.com/office/drawing/2014/main" id="{DCFC0532-70F2-E64A-6097-039D69CCAC49}"/>
              </a:ext>
            </a:extLst>
          </p:cNvPr>
          <p:cNvPicPr>
            <a:picLocks noChangeAspect="1"/>
          </p:cNvPicPr>
          <p:nvPr userDrawn="1"/>
        </p:nvPicPr>
        <p:blipFill>
          <a:blip r:embed="rId2"/>
          <a:srcRect t="16586" b="16586"/>
          <a:stretch/>
        </p:blipFill>
        <p:spPr>
          <a:xfrm>
            <a:off x="2780836" y="1943100"/>
            <a:ext cx="6629864" cy="2181208"/>
          </a:xfrm>
          <a:prstGeom prst="rect">
            <a:avLst/>
          </a:prstGeom>
        </p:spPr>
      </p:pic>
    </p:spTree>
    <p:extLst>
      <p:ext uri="{BB962C8B-B14F-4D97-AF65-F5344CB8AC3E}">
        <p14:creationId xmlns:p14="http://schemas.microsoft.com/office/powerpoint/2010/main" val="636487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tmplLst>
          <p:tmpl>
            <p:tnLst>
              <p:par>
                <p:cTn presetID="22" presetClass="entr" presetSubtype="8" fill="hold" nodeType="withEffect">
                  <p:stCondLst>
                    <p:cond delay="500"/>
                  </p:stCondLst>
                  <p:childTnLst>
                    <p:set>
                      <p:cBhvr>
                        <p:cTn dur="1" fill="hold">
                          <p:stCondLst>
                            <p:cond delay="0"/>
                          </p:stCondLst>
                        </p:cTn>
                        <p:tgtEl>
                          <p:spTgt spid="2"/>
                        </p:tgtEl>
                        <p:attrNameLst>
                          <p:attrName>style.visibility</p:attrName>
                        </p:attrNameLst>
                      </p:cBhvr>
                      <p:to>
                        <p:strVal val="visible"/>
                      </p:to>
                    </p:set>
                    <p:animEffect transition="in" filter="wipe(left)">
                      <p:cBhvr>
                        <p:cTn dur="1000"/>
                        <p:tgtEl>
                          <p:spTgt spid="2"/>
                        </p:tgtEl>
                      </p:cBhvr>
                    </p:animEffect>
                  </p:childTnLst>
                </p:cTn>
              </p:par>
            </p:tnLst>
          </p:tmpl>
        </p:tmplLst>
      </p:bldP>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losing slide - green with text">
    <p:bg>
      <p:bgPr>
        <a:solidFill>
          <a:srgbClr val="006334"/>
        </a:solidFill>
        <a:effectLst/>
      </p:bgPr>
    </p:bg>
    <p:spTree>
      <p:nvGrpSpPr>
        <p:cNvPr id="1" name=""/>
        <p:cNvGrpSpPr/>
        <p:nvPr/>
      </p:nvGrpSpPr>
      <p:grpSpPr>
        <a:xfrm>
          <a:off x="0" y="0"/>
          <a:ext cx="0" cy="0"/>
          <a:chOff x="0" y="0"/>
          <a:chExt cx="0" cy="0"/>
        </a:xfrm>
      </p:grpSpPr>
      <p:sp>
        <p:nvSpPr>
          <p:cNvPr id="5" name="Text Placeholder 30">
            <a:extLst>
              <a:ext uri="{FF2B5EF4-FFF2-40B4-BE49-F238E27FC236}">
                <a16:creationId xmlns:a16="http://schemas.microsoft.com/office/drawing/2014/main" id="{F07D8C78-0B5C-5676-62FD-B6BEDFF5F9A1}"/>
              </a:ext>
            </a:extLst>
          </p:cNvPr>
          <p:cNvSpPr>
            <a:spLocks noGrp="1"/>
          </p:cNvSpPr>
          <p:nvPr>
            <p:ph type="body" sz="quarter" idx="10" hasCustomPrompt="1"/>
          </p:nvPr>
        </p:nvSpPr>
        <p:spPr>
          <a:xfrm>
            <a:off x="381000" y="4291004"/>
            <a:ext cx="11430000" cy="457200"/>
          </a:xfrm>
        </p:spPr>
        <p:txBody>
          <a:bodyPr>
            <a:noAutofit/>
          </a:bodyPr>
          <a:lstStyle>
            <a:lvl1pPr marL="57150" indent="0" algn="ctr">
              <a:buNone/>
              <a:defRPr sz="2400">
                <a:solidFill>
                  <a:schemeClr val="bg1"/>
                </a:solidFill>
              </a:defRPr>
            </a:lvl1pPr>
            <a:lvl2pPr marL="457200" indent="0" algn="ctr">
              <a:buNone/>
              <a:defRPr sz="2000">
                <a:solidFill>
                  <a:schemeClr val="bg1"/>
                </a:solidFill>
              </a:defRPr>
            </a:lvl2pPr>
            <a:lvl3pPr marL="800100" indent="0" algn="ctr">
              <a:buNone/>
              <a:defRPr sz="1800">
                <a:solidFill>
                  <a:schemeClr val="bg1"/>
                </a:solidFill>
              </a:defRPr>
            </a:lvl3pPr>
            <a:lvl4pPr marL="1198563" indent="0" algn="ctr">
              <a:buNone/>
              <a:defRPr sz="1600">
                <a:solidFill>
                  <a:schemeClr val="bg1"/>
                </a:solidFill>
              </a:defRPr>
            </a:lvl4pPr>
            <a:lvl5pPr marL="1604962" indent="0" algn="ctr">
              <a:buNone/>
              <a:defRPr sz="1600">
                <a:solidFill>
                  <a:schemeClr val="bg1"/>
                </a:solidFill>
              </a:defRPr>
            </a:lvl5pPr>
          </a:lstStyle>
          <a:p>
            <a:pPr lvl="0"/>
            <a:r>
              <a:rPr lang="en-US" dirty="0"/>
              <a:t>&lt;Call to action&gt;</a:t>
            </a:r>
          </a:p>
        </p:txBody>
      </p:sp>
      <p:pic>
        <p:nvPicPr>
          <p:cNvPr id="6" name="Picture 5">
            <a:extLst>
              <a:ext uri="{FF2B5EF4-FFF2-40B4-BE49-F238E27FC236}">
                <a16:creationId xmlns:a16="http://schemas.microsoft.com/office/drawing/2014/main" id="{9D607C0F-5DBB-524B-41E3-DB2802376434}"/>
              </a:ext>
            </a:extLst>
          </p:cNvPr>
          <p:cNvPicPr>
            <a:picLocks noChangeAspect="1"/>
          </p:cNvPicPr>
          <p:nvPr userDrawn="1"/>
        </p:nvPicPr>
        <p:blipFill>
          <a:blip r:embed="rId2">
            <a:biLevel thresh="25000"/>
          </a:blip>
          <a:srcRect t="16586" b="16586"/>
          <a:stretch/>
        </p:blipFill>
        <p:spPr>
          <a:xfrm>
            <a:off x="2780836" y="1943100"/>
            <a:ext cx="6629864" cy="2181208"/>
          </a:xfrm>
          <a:prstGeom prst="rect">
            <a:avLst/>
          </a:prstGeom>
        </p:spPr>
      </p:pic>
    </p:spTree>
    <p:extLst>
      <p:ext uri="{BB962C8B-B14F-4D97-AF65-F5344CB8AC3E}">
        <p14:creationId xmlns:p14="http://schemas.microsoft.com/office/powerpoint/2010/main" val="1925074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22" presetClass="entr" presetSubtype="8" fill="hold" nodeType="withEffect">
                  <p:stCondLst>
                    <p:cond delay="500"/>
                  </p:stCondLst>
                  <p:childTnLst>
                    <p:set>
                      <p:cBhvr>
                        <p:cTn dur="1" fill="hold">
                          <p:stCondLst>
                            <p:cond delay="0"/>
                          </p:stCondLst>
                        </p:cTn>
                        <p:tgtEl>
                          <p:spTgt spid="5"/>
                        </p:tgtEl>
                        <p:attrNameLst>
                          <p:attrName>style.visibility</p:attrName>
                        </p:attrNameLst>
                      </p:cBhvr>
                      <p:to>
                        <p:strVal val="visible"/>
                      </p:to>
                    </p:set>
                    <p:animEffect transition="in" filter="wipe(left)">
                      <p:cBhvr>
                        <p:cTn dur="1000"/>
                        <p:tgtEl>
                          <p:spTgt spid="5"/>
                        </p:tgtEl>
                      </p:cBhvr>
                    </p:animEffect>
                  </p:childTnLst>
                </p:cTn>
              </p:par>
            </p:tnLst>
          </p:tmpl>
        </p:tmplLst>
      </p:bldP>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a:off x="748567" y="830167"/>
            <a:ext cx="10896800" cy="38828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 name="Google Shape;10;p2"/>
          <p:cNvSpPr/>
          <p:nvPr/>
        </p:nvSpPr>
        <p:spPr>
          <a:xfrm>
            <a:off x="748567" y="4995067"/>
            <a:ext cx="6253200" cy="12528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647600" y="720000"/>
            <a:ext cx="10896800" cy="388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647600" y="4884900"/>
            <a:ext cx="6253200" cy="125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647600" y="719167"/>
            <a:ext cx="108968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960000"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1207900"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1455800"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2"/>
          <p:cNvSpPr txBox="1">
            <a:spLocks noGrp="1"/>
          </p:cNvSpPr>
          <p:nvPr>
            <p:ph type="ctrTitle"/>
          </p:nvPr>
        </p:nvSpPr>
        <p:spPr>
          <a:xfrm>
            <a:off x="960000" y="1517867"/>
            <a:ext cx="10272000" cy="2672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67" b="1">
                <a:latin typeface="Krona One"/>
                <a:ea typeface="Krona One"/>
                <a:cs typeface="Krona One"/>
                <a:sym typeface="Krona One"/>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8" name="Google Shape;18;p2"/>
          <p:cNvSpPr txBox="1">
            <a:spLocks noGrp="1"/>
          </p:cNvSpPr>
          <p:nvPr>
            <p:ph type="subTitle" idx="1"/>
          </p:nvPr>
        </p:nvSpPr>
        <p:spPr>
          <a:xfrm>
            <a:off x="960000" y="5210300"/>
            <a:ext cx="5536800" cy="602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solidFill>
                  <a:schemeClr val="dk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6449311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54"/>
        <p:cNvGrpSpPr/>
        <p:nvPr/>
      </p:nvGrpSpPr>
      <p:grpSpPr>
        <a:xfrm>
          <a:off x="0" y="0"/>
          <a:ext cx="0" cy="0"/>
          <a:chOff x="0" y="0"/>
          <a:chExt cx="0" cy="0"/>
        </a:xfrm>
      </p:grpSpPr>
    </p:spTree>
    <p:extLst>
      <p:ext uri="{BB962C8B-B14F-4D97-AF65-F5344CB8AC3E}">
        <p14:creationId xmlns:p14="http://schemas.microsoft.com/office/powerpoint/2010/main" val="332649649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398"/>
        <p:cNvGrpSpPr/>
        <p:nvPr/>
      </p:nvGrpSpPr>
      <p:grpSpPr>
        <a:xfrm>
          <a:off x="0" y="0"/>
          <a:ext cx="0" cy="0"/>
          <a:chOff x="0" y="0"/>
          <a:chExt cx="0" cy="0"/>
        </a:xfrm>
      </p:grpSpPr>
      <p:sp>
        <p:nvSpPr>
          <p:cNvPr id="399" name="Google Shape;399;p26"/>
          <p:cNvSpPr/>
          <p:nvPr/>
        </p:nvSpPr>
        <p:spPr>
          <a:xfrm>
            <a:off x="748567" y="614833"/>
            <a:ext cx="10896800" cy="921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0" name="Google Shape;400;p26"/>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1" name="Google Shape;401;p26"/>
          <p:cNvSpPr/>
          <p:nvPr/>
        </p:nvSpPr>
        <p:spPr>
          <a:xfrm>
            <a:off x="748567" y="1808133"/>
            <a:ext cx="10896800" cy="4555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2" name="Google Shape;402;p26"/>
          <p:cNvSpPr/>
          <p:nvPr/>
        </p:nvSpPr>
        <p:spPr>
          <a:xfrm>
            <a:off x="647600" y="1697800"/>
            <a:ext cx="10896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3" name="Google Shape;403;p26"/>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1776443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04"/>
        <p:cNvGrpSpPr/>
        <p:nvPr/>
      </p:nvGrpSpPr>
      <p:grpSpPr>
        <a:xfrm>
          <a:off x="0" y="0"/>
          <a:ext cx="0" cy="0"/>
          <a:chOff x="0" y="0"/>
          <a:chExt cx="0" cy="0"/>
        </a:xfrm>
      </p:grpSpPr>
      <p:sp>
        <p:nvSpPr>
          <p:cNvPr id="405" name="Google Shape;405;p27"/>
          <p:cNvSpPr/>
          <p:nvPr/>
        </p:nvSpPr>
        <p:spPr>
          <a:xfrm>
            <a:off x="748567" y="1808800"/>
            <a:ext cx="62872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6" name="Google Shape;406;p27"/>
          <p:cNvSpPr/>
          <p:nvPr/>
        </p:nvSpPr>
        <p:spPr>
          <a:xfrm>
            <a:off x="647600" y="1698633"/>
            <a:ext cx="62872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7" name="Google Shape;407;p27"/>
          <p:cNvSpPr/>
          <p:nvPr/>
        </p:nvSpPr>
        <p:spPr>
          <a:xfrm>
            <a:off x="647600" y="1697800"/>
            <a:ext cx="6287200" cy="3672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8" name="Google Shape;408;p27"/>
          <p:cNvSpPr/>
          <p:nvPr/>
        </p:nvSpPr>
        <p:spPr>
          <a:xfrm>
            <a:off x="960000"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9" name="Google Shape;409;p27"/>
          <p:cNvSpPr/>
          <p:nvPr/>
        </p:nvSpPr>
        <p:spPr>
          <a:xfrm>
            <a:off x="1207900"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0" name="Google Shape;410;p27"/>
          <p:cNvSpPr/>
          <p:nvPr/>
        </p:nvSpPr>
        <p:spPr>
          <a:xfrm>
            <a:off x="1455800"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1" name="Google Shape;411;p27"/>
          <p:cNvSpPr/>
          <p:nvPr/>
        </p:nvSpPr>
        <p:spPr>
          <a:xfrm>
            <a:off x="748567" y="614833"/>
            <a:ext cx="10896800" cy="921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2" name="Google Shape;412;p27"/>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3" name="Google Shape;413;p27"/>
          <p:cNvSpPr/>
          <p:nvPr/>
        </p:nvSpPr>
        <p:spPr>
          <a:xfrm>
            <a:off x="7324400" y="1808800"/>
            <a:ext cx="43208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4" name="Google Shape;414;p27"/>
          <p:cNvSpPr/>
          <p:nvPr/>
        </p:nvSpPr>
        <p:spPr>
          <a:xfrm>
            <a:off x="7223433" y="1698633"/>
            <a:ext cx="4320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5" name="Google Shape;415;p27"/>
          <p:cNvSpPr/>
          <p:nvPr/>
        </p:nvSpPr>
        <p:spPr>
          <a:xfrm>
            <a:off x="7223433" y="1697800"/>
            <a:ext cx="4320800" cy="3672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6" name="Google Shape;416;p27"/>
          <p:cNvSpPr/>
          <p:nvPr/>
        </p:nvSpPr>
        <p:spPr>
          <a:xfrm>
            <a:off x="7535833"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7" name="Google Shape;417;p27"/>
          <p:cNvSpPr/>
          <p:nvPr/>
        </p:nvSpPr>
        <p:spPr>
          <a:xfrm>
            <a:off x="7783733"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7"/>
          <p:cNvSpPr/>
          <p:nvPr/>
        </p:nvSpPr>
        <p:spPr>
          <a:xfrm>
            <a:off x="8031633"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307469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a:off x="748567" y="830167"/>
            <a:ext cx="10896800" cy="38828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 name="Google Shape;10;p2"/>
          <p:cNvSpPr/>
          <p:nvPr/>
        </p:nvSpPr>
        <p:spPr>
          <a:xfrm>
            <a:off x="748567" y="4995067"/>
            <a:ext cx="6253200" cy="12528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647600" y="720000"/>
            <a:ext cx="10896800" cy="388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647600" y="4884900"/>
            <a:ext cx="6253200" cy="125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647600" y="719167"/>
            <a:ext cx="108968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960000"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1207900"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1455800"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2"/>
          <p:cNvSpPr txBox="1">
            <a:spLocks noGrp="1"/>
          </p:cNvSpPr>
          <p:nvPr>
            <p:ph type="ctrTitle"/>
          </p:nvPr>
        </p:nvSpPr>
        <p:spPr>
          <a:xfrm>
            <a:off x="960000" y="1517867"/>
            <a:ext cx="10272000" cy="2672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67" b="1">
                <a:latin typeface="Krona One"/>
                <a:ea typeface="Krona One"/>
                <a:cs typeface="Krona One"/>
                <a:sym typeface="Krona One"/>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8" name="Google Shape;18;p2"/>
          <p:cNvSpPr txBox="1">
            <a:spLocks noGrp="1"/>
          </p:cNvSpPr>
          <p:nvPr>
            <p:ph type="subTitle" idx="1"/>
          </p:nvPr>
        </p:nvSpPr>
        <p:spPr>
          <a:xfrm>
            <a:off x="960000" y="5210300"/>
            <a:ext cx="5536800" cy="602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solidFill>
                  <a:schemeClr val="dk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Tree>
    <p:extLst>
      <p:ext uri="{BB962C8B-B14F-4D97-AF65-F5344CB8AC3E}">
        <p14:creationId xmlns:p14="http://schemas.microsoft.com/office/powerpoint/2010/main" val="127265466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sp>
        <p:nvSpPr>
          <p:cNvPr id="20" name="Google Shape;20;p3"/>
          <p:cNvSpPr/>
          <p:nvPr/>
        </p:nvSpPr>
        <p:spPr>
          <a:xfrm>
            <a:off x="748567" y="830167"/>
            <a:ext cx="5346800" cy="5417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3"/>
          <p:cNvSpPr/>
          <p:nvPr/>
        </p:nvSpPr>
        <p:spPr>
          <a:xfrm>
            <a:off x="6367977" y="4995067"/>
            <a:ext cx="5277200" cy="12528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3"/>
          <p:cNvSpPr/>
          <p:nvPr/>
        </p:nvSpPr>
        <p:spPr>
          <a:xfrm>
            <a:off x="647600" y="720000"/>
            <a:ext cx="5346800" cy="5417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 name="Google Shape;23;p3"/>
          <p:cNvSpPr/>
          <p:nvPr/>
        </p:nvSpPr>
        <p:spPr>
          <a:xfrm>
            <a:off x="6282767" y="4884900"/>
            <a:ext cx="5261600" cy="125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3"/>
          <p:cNvSpPr/>
          <p:nvPr/>
        </p:nvSpPr>
        <p:spPr>
          <a:xfrm>
            <a:off x="647600" y="719167"/>
            <a:ext cx="53468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3"/>
          <p:cNvSpPr/>
          <p:nvPr/>
        </p:nvSpPr>
        <p:spPr>
          <a:xfrm>
            <a:off x="960000"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3"/>
          <p:cNvSpPr/>
          <p:nvPr/>
        </p:nvSpPr>
        <p:spPr>
          <a:xfrm>
            <a:off x="1207900"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3"/>
          <p:cNvSpPr/>
          <p:nvPr/>
        </p:nvSpPr>
        <p:spPr>
          <a:xfrm>
            <a:off x="1455800"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 name="Google Shape;28;p3"/>
          <p:cNvSpPr txBox="1">
            <a:spLocks noGrp="1"/>
          </p:cNvSpPr>
          <p:nvPr>
            <p:ph type="subTitle" idx="1"/>
          </p:nvPr>
        </p:nvSpPr>
        <p:spPr>
          <a:xfrm>
            <a:off x="7205100" y="5075167"/>
            <a:ext cx="3416800" cy="92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solidFill>
                  <a:schemeClr val="dk1"/>
                </a:solidFill>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29" name="Google Shape;29;p3"/>
          <p:cNvSpPr/>
          <p:nvPr/>
        </p:nvSpPr>
        <p:spPr>
          <a:xfrm>
            <a:off x="6383733" y="830167"/>
            <a:ext cx="5261600" cy="38828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3"/>
          <p:cNvSpPr/>
          <p:nvPr/>
        </p:nvSpPr>
        <p:spPr>
          <a:xfrm>
            <a:off x="6282767" y="720000"/>
            <a:ext cx="5261600" cy="388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3"/>
          <p:cNvSpPr/>
          <p:nvPr/>
        </p:nvSpPr>
        <p:spPr>
          <a:xfrm>
            <a:off x="6282767" y="719167"/>
            <a:ext cx="52616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 name="Google Shape;32;p3"/>
          <p:cNvSpPr/>
          <p:nvPr/>
        </p:nvSpPr>
        <p:spPr>
          <a:xfrm>
            <a:off x="6595167"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3"/>
          <p:cNvSpPr/>
          <p:nvPr/>
        </p:nvSpPr>
        <p:spPr>
          <a:xfrm>
            <a:off x="6843067"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3"/>
          <p:cNvSpPr/>
          <p:nvPr/>
        </p:nvSpPr>
        <p:spPr>
          <a:xfrm>
            <a:off x="7090967"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3"/>
          <p:cNvSpPr txBox="1">
            <a:spLocks noGrp="1"/>
          </p:cNvSpPr>
          <p:nvPr>
            <p:ph type="ctrTitle"/>
          </p:nvPr>
        </p:nvSpPr>
        <p:spPr>
          <a:xfrm>
            <a:off x="6595167" y="2274767"/>
            <a:ext cx="4636800" cy="101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4800" b="1">
                <a:latin typeface="Krona One"/>
                <a:ea typeface="Krona One"/>
                <a:cs typeface="Krona One"/>
                <a:sym typeface="Krona One"/>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36" name="Google Shape;36;p3"/>
          <p:cNvSpPr txBox="1">
            <a:spLocks noGrp="1"/>
          </p:cNvSpPr>
          <p:nvPr>
            <p:ph type="title" idx="2" hasCustomPrompt="1"/>
          </p:nvPr>
        </p:nvSpPr>
        <p:spPr>
          <a:xfrm>
            <a:off x="1335200" y="2332200"/>
            <a:ext cx="3717200" cy="219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0000"/>
              <a:buNone/>
              <a:defRPr sz="13333"/>
            </a:lvl1pPr>
            <a:lvl2pPr lvl="1" algn="ctr" rtl="0">
              <a:spcBef>
                <a:spcPts val="0"/>
              </a:spcBef>
              <a:spcAft>
                <a:spcPts val="0"/>
              </a:spcAft>
              <a:buSzPts val="10000"/>
              <a:buNone/>
              <a:defRPr sz="13333"/>
            </a:lvl2pPr>
            <a:lvl3pPr lvl="2" algn="ctr" rtl="0">
              <a:spcBef>
                <a:spcPts val="0"/>
              </a:spcBef>
              <a:spcAft>
                <a:spcPts val="0"/>
              </a:spcAft>
              <a:buSzPts val="10000"/>
              <a:buNone/>
              <a:defRPr sz="13333"/>
            </a:lvl3pPr>
            <a:lvl4pPr lvl="3" algn="ctr" rtl="0">
              <a:spcBef>
                <a:spcPts val="0"/>
              </a:spcBef>
              <a:spcAft>
                <a:spcPts val="0"/>
              </a:spcAft>
              <a:buSzPts val="10000"/>
              <a:buNone/>
              <a:defRPr sz="13333"/>
            </a:lvl4pPr>
            <a:lvl5pPr lvl="4" algn="ctr" rtl="0">
              <a:spcBef>
                <a:spcPts val="0"/>
              </a:spcBef>
              <a:spcAft>
                <a:spcPts val="0"/>
              </a:spcAft>
              <a:buSzPts val="10000"/>
              <a:buNone/>
              <a:defRPr sz="13333"/>
            </a:lvl5pPr>
            <a:lvl6pPr lvl="5" algn="ctr" rtl="0">
              <a:spcBef>
                <a:spcPts val="0"/>
              </a:spcBef>
              <a:spcAft>
                <a:spcPts val="0"/>
              </a:spcAft>
              <a:buSzPts val="10000"/>
              <a:buNone/>
              <a:defRPr sz="13333"/>
            </a:lvl6pPr>
            <a:lvl7pPr lvl="6" algn="ctr" rtl="0">
              <a:spcBef>
                <a:spcPts val="0"/>
              </a:spcBef>
              <a:spcAft>
                <a:spcPts val="0"/>
              </a:spcAft>
              <a:buSzPts val="10000"/>
              <a:buNone/>
              <a:defRPr sz="13333"/>
            </a:lvl7pPr>
            <a:lvl8pPr lvl="7" algn="ctr" rtl="0">
              <a:spcBef>
                <a:spcPts val="0"/>
              </a:spcBef>
              <a:spcAft>
                <a:spcPts val="0"/>
              </a:spcAft>
              <a:buSzPts val="10000"/>
              <a:buNone/>
              <a:defRPr sz="13333"/>
            </a:lvl8pPr>
            <a:lvl9pPr lvl="8" algn="ctr" rtl="0">
              <a:spcBef>
                <a:spcPts val="0"/>
              </a:spcBef>
              <a:spcAft>
                <a:spcPts val="0"/>
              </a:spcAft>
              <a:buSzPts val="10000"/>
              <a:buNone/>
              <a:defRPr sz="13333"/>
            </a:lvl9pPr>
          </a:lstStyle>
          <a:p>
            <a:r>
              <a:t>xx%</a:t>
            </a:r>
          </a:p>
        </p:txBody>
      </p:sp>
    </p:spTree>
    <p:extLst>
      <p:ext uri="{BB962C8B-B14F-4D97-AF65-F5344CB8AC3E}">
        <p14:creationId xmlns:p14="http://schemas.microsoft.com/office/powerpoint/2010/main" val="6498618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7"/>
        <p:cNvGrpSpPr/>
        <p:nvPr/>
      </p:nvGrpSpPr>
      <p:grpSpPr>
        <a:xfrm>
          <a:off x="0" y="0"/>
          <a:ext cx="0" cy="0"/>
          <a:chOff x="0" y="0"/>
          <a:chExt cx="0" cy="0"/>
        </a:xfrm>
      </p:grpSpPr>
      <p:sp>
        <p:nvSpPr>
          <p:cNvPr id="38" name="Google Shape;38;p4"/>
          <p:cNvSpPr/>
          <p:nvPr/>
        </p:nvSpPr>
        <p:spPr>
          <a:xfrm>
            <a:off x="748567" y="614833"/>
            <a:ext cx="10896800" cy="921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4"/>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 name="Google Shape;40;p4"/>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 name="Google Shape;41;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 name="Google Shape;42;p4"/>
          <p:cNvSpPr/>
          <p:nvPr/>
        </p:nvSpPr>
        <p:spPr>
          <a:xfrm>
            <a:off x="748567" y="1808133"/>
            <a:ext cx="108968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 name="Google Shape;43;p4"/>
          <p:cNvSpPr/>
          <p:nvPr/>
        </p:nvSpPr>
        <p:spPr>
          <a:xfrm>
            <a:off x="647600" y="1697800"/>
            <a:ext cx="10896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4" name="Google Shape;44;p4"/>
          <p:cNvSpPr txBox="1">
            <a:spLocks noGrp="1"/>
          </p:cNvSpPr>
          <p:nvPr>
            <p:ph type="body" idx="1"/>
          </p:nvPr>
        </p:nvSpPr>
        <p:spPr>
          <a:xfrm>
            <a:off x="960000" y="1802467"/>
            <a:ext cx="10272000" cy="43356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434343"/>
              </a:buClr>
              <a:buSzPts val="1200"/>
              <a:buAutoNum type="arabicPeriod"/>
              <a:defRPr sz="1600"/>
            </a:lvl1pPr>
            <a:lvl2pPr marL="1219170" lvl="1" indent="-406390" rtl="0">
              <a:spcBef>
                <a:spcPts val="0"/>
              </a:spcBef>
              <a:spcAft>
                <a:spcPts val="0"/>
              </a:spcAft>
              <a:buClr>
                <a:srgbClr val="434343"/>
              </a:buClr>
              <a:buSzPts val="1200"/>
              <a:buFont typeface="Roboto Condensed Light"/>
              <a:buAutoNum type="alphaLcPeriod"/>
              <a:defRPr sz="1600"/>
            </a:lvl2pPr>
            <a:lvl3pPr marL="1828754" lvl="2" indent="-406390" rtl="0">
              <a:spcBef>
                <a:spcPts val="0"/>
              </a:spcBef>
              <a:spcAft>
                <a:spcPts val="0"/>
              </a:spcAft>
              <a:buClr>
                <a:srgbClr val="434343"/>
              </a:buClr>
              <a:buSzPts val="1200"/>
              <a:buFont typeface="Roboto Condensed Light"/>
              <a:buAutoNum type="romanLcPeriod"/>
              <a:defRPr sz="1600"/>
            </a:lvl3pPr>
            <a:lvl4pPr marL="2438339" lvl="3" indent="-406390" rtl="0">
              <a:spcBef>
                <a:spcPts val="0"/>
              </a:spcBef>
              <a:spcAft>
                <a:spcPts val="0"/>
              </a:spcAft>
              <a:buClr>
                <a:srgbClr val="434343"/>
              </a:buClr>
              <a:buSzPts val="1200"/>
              <a:buFont typeface="Roboto Condensed Light"/>
              <a:buAutoNum type="arabicPeriod"/>
              <a:defRPr sz="1600"/>
            </a:lvl4pPr>
            <a:lvl5pPr marL="3047924" lvl="4" indent="-406390" rtl="0">
              <a:spcBef>
                <a:spcPts val="0"/>
              </a:spcBef>
              <a:spcAft>
                <a:spcPts val="0"/>
              </a:spcAft>
              <a:buClr>
                <a:srgbClr val="434343"/>
              </a:buClr>
              <a:buSzPts val="1200"/>
              <a:buFont typeface="Roboto Condensed Light"/>
              <a:buAutoNum type="alphaLcPeriod"/>
              <a:defRPr sz="1600"/>
            </a:lvl5pPr>
            <a:lvl6pPr marL="3657509" lvl="5" indent="-406390" rtl="0">
              <a:spcBef>
                <a:spcPts val="0"/>
              </a:spcBef>
              <a:spcAft>
                <a:spcPts val="0"/>
              </a:spcAft>
              <a:buClr>
                <a:srgbClr val="434343"/>
              </a:buClr>
              <a:buSzPts val="1200"/>
              <a:buFont typeface="Roboto Condensed Light"/>
              <a:buAutoNum type="romanLcPeriod"/>
              <a:defRPr sz="1600"/>
            </a:lvl6pPr>
            <a:lvl7pPr marL="4267093" lvl="6" indent="-406390" rtl="0">
              <a:spcBef>
                <a:spcPts val="0"/>
              </a:spcBef>
              <a:spcAft>
                <a:spcPts val="0"/>
              </a:spcAft>
              <a:buClr>
                <a:srgbClr val="434343"/>
              </a:buClr>
              <a:buSzPts val="1200"/>
              <a:buFont typeface="Roboto Condensed Light"/>
              <a:buAutoNum type="arabicPeriod"/>
              <a:defRPr sz="1600"/>
            </a:lvl7pPr>
            <a:lvl8pPr marL="4876678" lvl="7" indent="-406390" rtl="0">
              <a:spcBef>
                <a:spcPts val="0"/>
              </a:spcBef>
              <a:spcAft>
                <a:spcPts val="0"/>
              </a:spcAft>
              <a:buClr>
                <a:srgbClr val="434343"/>
              </a:buClr>
              <a:buSzPts val="1200"/>
              <a:buFont typeface="Roboto Condensed Light"/>
              <a:buAutoNum type="alphaLcPeriod"/>
              <a:defRPr sz="1600"/>
            </a:lvl8pPr>
            <a:lvl9pPr marL="5486263" lvl="8" indent="-406390" rtl="0">
              <a:spcBef>
                <a:spcPts val="0"/>
              </a:spcBef>
              <a:spcAft>
                <a:spcPts val="0"/>
              </a:spcAft>
              <a:buClr>
                <a:srgbClr val="434343"/>
              </a:buClr>
              <a:buSzPts val="1200"/>
              <a:buFont typeface="Roboto Condensed Light"/>
              <a:buAutoNum type="romanLcPeriod"/>
              <a:defRPr sz="1600"/>
            </a:lvl9pPr>
          </a:lstStyle>
          <a:p>
            <a:endParaRPr/>
          </a:p>
        </p:txBody>
      </p:sp>
    </p:spTree>
    <p:extLst>
      <p:ext uri="{BB962C8B-B14F-4D97-AF65-F5344CB8AC3E}">
        <p14:creationId xmlns:p14="http://schemas.microsoft.com/office/powerpoint/2010/main" val="279015855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6"/>
        <p:cNvGrpSpPr/>
        <p:nvPr/>
      </p:nvGrpSpPr>
      <p:grpSpPr>
        <a:xfrm>
          <a:off x="0" y="0"/>
          <a:ext cx="0" cy="0"/>
          <a:chOff x="0" y="0"/>
          <a:chExt cx="0" cy="0"/>
        </a:xfrm>
      </p:grpSpPr>
      <p:sp>
        <p:nvSpPr>
          <p:cNvPr id="67" name="Google Shape;67;p6"/>
          <p:cNvSpPr/>
          <p:nvPr/>
        </p:nvSpPr>
        <p:spPr>
          <a:xfrm>
            <a:off x="748567" y="614833"/>
            <a:ext cx="10896800" cy="921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8" name="Google Shape;68;p6"/>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9" name="Google Shape;69;p6"/>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 name="Google Shape;70;p6"/>
          <p:cNvSpPr/>
          <p:nvPr/>
        </p:nvSpPr>
        <p:spPr>
          <a:xfrm>
            <a:off x="748567" y="1808133"/>
            <a:ext cx="108968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1" name="Google Shape;71;p6"/>
          <p:cNvSpPr/>
          <p:nvPr/>
        </p:nvSpPr>
        <p:spPr>
          <a:xfrm>
            <a:off x="647600" y="1697800"/>
            <a:ext cx="10896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2" name="Google Shape;72;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206144605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01"/>
        <p:cNvGrpSpPr/>
        <p:nvPr/>
      </p:nvGrpSpPr>
      <p:grpSpPr>
        <a:xfrm>
          <a:off x="0" y="0"/>
          <a:ext cx="0" cy="0"/>
          <a:chOff x="0" y="0"/>
          <a:chExt cx="0" cy="0"/>
        </a:xfrm>
      </p:grpSpPr>
      <p:sp>
        <p:nvSpPr>
          <p:cNvPr id="102" name="Google Shape;102;p9"/>
          <p:cNvSpPr/>
          <p:nvPr/>
        </p:nvSpPr>
        <p:spPr>
          <a:xfrm>
            <a:off x="748567" y="830167"/>
            <a:ext cx="3705200" cy="54176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3" name="Google Shape;103;p9"/>
          <p:cNvSpPr/>
          <p:nvPr/>
        </p:nvSpPr>
        <p:spPr>
          <a:xfrm>
            <a:off x="647600" y="720000"/>
            <a:ext cx="3705200" cy="5417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 name="Google Shape;104;p9"/>
          <p:cNvSpPr/>
          <p:nvPr/>
        </p:nvSpPr>
        <p:spPr>
          <a:xfrm>
            <a:off x="960000"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5" name="Google Shape;105;p9"/>
          <p:cNvSpPr/>
          <p:nvPr/>
        </p:nvSpPr>
        <p:spPr>
          <a:xfrm>
            <a:off x="1207900"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6" name="Google Shape;106;p9"/>
          <p:cNvSpPr/>
          <p:nvPr/>
        </p:nvSpPr>
        <p:spPr>
          <a:xfrm>
            <a:off x="1455800"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7" name="Google Shape;107;p9"/>
          <p:cNvSpPr/>
          <p:nvPr/>
        </p:nvSpPr>
        <p:spPr>
          <a:xfrm>
            <a:off x="647600" y="719167"/>
            <a:ext cx="37052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8" name="Google Shape;108;p9"/>
          <p:cNvSpPr/>
          <p:nvPr/>
        </p:nvSpPr>
        <p:spPr>
          <a:xfrm>
            <a:off x="960000"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 name="Google Shape;109;p9"/>
          <p:cNvSpPr/>
          <p:nvPr/>
        </p:nvSpPr>
        <p:spPr>
          <a:xfrm>
            <a:off x="1207900"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0" name="Google Shape;110;p9"/>
          <p:cNvSpPr/>
          <p:nvPr/>
        </p:nvSpPr>
        <p:spPr>
          <a:xfrm>
            <a:off x="1455800"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1" name="Google Shape;111;p9"/>
          <p:cNvSpPr/>
          <p:nvPr/>
        </p:nvSpPr>
        <p:spPr>
          <a:xfrm>
            <a:off x="4699467" y="830167"/>
            <a:ext cx="6946000" cy="32936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2" name="Google Shape;112;p9"/>
          <p:cNvSpPr/>
          <p:nvPr/>
        </p:nvSpPr>
        <p:spPr>
          <a:xfrm>
            <a:off x="4598500" y="720000"/>
            <a:ext cx="6946000" cy="329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3" name="Google Shape;113;p9"/>
          <p:cNvSpPr/>
          <p:nvPr/>
        </p:nvSpPr>
        <p:spPr>
          <a:xfrm>
            <a:off x="4598500" y="719167"/>
            <a:ext cx="69460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 name="Google Shape;114;p9"/>
          <p:cNvSpPr/>
          <p:nvPr/>
        </p:nvSpPr>
        <p:spPr>
          <a:xfrm>
            <a:off x="4910900"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5" name="Google Shape;115;p9"/>
          <p:cNvSpPr/>
          <p:nvPr/>
        </p:nvSpPr>
        <p:spPr>
          <a:xfrm>
            <a:off x="5158800"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9"/>
          <p:cNvSpPr/>
          <p:nvPr/>
        </p:nvSpPr>
        <p:spPr>
          <a:xfrm>
            <a:off x="5406700"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 name="Google Shape;117;p9"/>
          <p:cNvSpPr txBox="1">
            <a:spLocks noGrp="1"/>
          </p:cNvSpPr>
          <p:nvPr>
            <p:ph type="title"/>
          </p:nvPr>
        </p:nvSpPr>
        <p:spPr>
          <a:xfrm>
            <a:off x="5475667" y="1199867"/>
            <a:ext cx="5393600" cy="135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118" name="Google Shape;118;p9"/>
          <p:cNvSpPr txBox="1">
            <a:spLocks noGrp="1"/>
          </p:cNvSpPr>
          <p:nvPr>
            <p:ph type="subTitle" idx="1"/>
          </p:nvPr>
        </p:nvSpPr>
        <p:spPr>
          <a:xfrm>
            <a:off x="4939500" y="2414500"/>
            <a:ext cx="6292800" cy="104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19" name="Google Shape;119;p9"/>
          <p:cNvSpPr/>
          <p:nvPr/>
        </p:nvSpPr>
        <p:spPr>
          <a:xfrm>
            <a:off x="4699467" y="4396000"/>
            <a:ext cx="6946000" cy="18516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0" name="Google Shape;120;p9"/>
          <p:cNvSpPr/>
          <p:nvPr/>
        </p:nvSpPr>
        <p:spPr>
          <a:xfrm>
            <a:off x="4598500" y="4285833"/>
            <a:ext cx="6946000" cy="185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3057009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21"/>
        <p:cNvGrpSpPr/>
        <p:nvPr/>
      </p:nvGrpSpPr>
      <p:grpSpPr>
        <a:xfrm>
          <a:off x="0" y="0"/>
          <a:ext cx="0" cy="0"/>
          <a:chOff x="0" y="0"/>
          <a:chExt cx="0" cy="0"/>
        </a:xfrm>
      </p:grpSpPr>
      <p:sp>
        <p:nvSpPr>
          <p:cNvPr id="122" name="Google Shape;122;p10"/>
          <p:cNvSpPr/>
          <p:nvPr/>
        </p:nvSpPr>
        <p:spPr>
          <a:xfrm>
            <a:off x="748567" y="4779200"/>
            <a:ext cx="10896800" cy="13588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3" name="Google Shape;123;p10"/>
          <p:cNvSpPr/>
          <p:nvPr/>
        </p:nvSpPr>
        <p:spPr>
          <a:xfrm>
            <a:off x="647600" y="4668900"/>
            <a:ext cx="10896800" cy="1358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 name="Google Shape;124;p10"/>
          <p:cNvSpPr/>
          <p:nvPr/>
        </p:nvSpPr>
        <p:spPr>
          <a:xfrm>
            <a:off x="647600" y="4668900"/>
            <a:ext cx="108968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5" name="Google Shape;125;p10"/>
          <p:cNvSpPr/>
          <p:nvPr/>
        </p:nvSpPr>
        <p:spPr>
          <a:xfrm>
            <a:off x="960000" y="47883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6" name="Google Shape;126;p10"/>
          <p:cNvSpPr/>
          <p:nvPr/>
        </p:nvSpPr>
        <p:spPr>
          <a:xfrm>
            <a:off x="1207900" y="47883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7" name="Google Shape;127;p10"/>
          <p:cNvSpPr/>
          <p:nvPr/>
        </p:nvSpPr>
        <p:spPr>
          <a:xfrm>
            <a:off x="1455800" y="47883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 name="Google Shape;128;p10"/>
          <p:cNvSpPr txBox="1">
            <a:spLocks noGrp="1"/>
          </p:cNvSpPr>
          <p:nvPr>
            <p:ph type="subTitle" idx="1"/>
          </p:nvPr>
        </p:nvSpPr>
        <p:spPr>
          <a:xfrm>
            <a:off x="960000" y="5205667"/>
            <a:ext cx="10272000" cy="513200"/>
          </a:xfrm>
          <a:prstGeom prst="rect">
            <a:avLst/>
          </a:prstGeom>
        </p:spPr>
        <p:txBody>
          <a:bodyPr spcFirstLastPara="1" wrap="square" lIns="91425" tIns="91425" rIns="91425" bIns="91425" anchor="t" anchorCtr="0">
            <a:noAutofit/>
          </a:bodyPr>
          <a:lstStyle>
            <a:lvl1pPr lvl="0" algn="ctr">
              <a:spcBef>
                <a:spcPts val="0"/>
              </a:spcBef>
              <a:spcAft>
                <a:spcPts val="0"/>
              </a:spcAft>
              <a:buSzPts val="2000"/>
              <a:buFont typeface="Krona One"/>
              <a:buNone/>
              <a:defRPr sz="2667" b="1">
                <a:latin typeface="Krona One"/>
                <a:ea typeface="Krona One"/>
                <a:cs typeface="Krona One"/>
                <a:sym typeface="Krona 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a:endParaRPr/>
          </a:p>
        </p:txBody>
      </p:sp>
    </p:spTree>
    <p:extLst>
      <p:ext uri="{BB962C8B-B14F-4D97-AF65-F5344CB8AC3E}">
        <p14:creationId xmlns:p14="http://schemas.microsoft.com/office/powerpoint/2010/main" val="22966590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5"/>
        <p:cNvGrpSpPr/>
        <p:nvPr/>
      </p:nvGrpSpPr>
      <p:grpSpPr>
        <a:xfrm>
          <a:off x="0" y="0"/>
          <a:ext cx="0" cy="0"/>
          <a:chOff x="0" y="0"/>
          <a:chExt cx="0" cy="0"/>
        </a:xfrm>
      </p:grpSpPr>
      <p:sp>
        <p:nvSpPr>
          <p:cNvPr id="156" name="Google Shape;156;p13"/>
          <p:cNvSpPr/>
          <p:nvPr/>
        </p:nvSpPr>
        <p:spPr>
          <a:xfrm>
            <a:off x="748567" y="614833"/>
            <a:ext cx="10896800" cy="921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7" name="Google Shape;157;p13"/>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8" name="Google Shape;158;p13"/>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 name="Google Shape;159;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0" name="Google Shape;160;p13"/>
          <p:cNvSpPr/>
          <p:nvPr/>
        </p:nvSpPr>
        <p:spPr>
          <a:xfrm>
            <a:off x="748567" y="1808133"/>
            <a:ext cx="10896800" cy="4555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1" name="Google Shape;161;p13"/>
          <p:cNvSpPr/>
          <p:nvPr/>
        </p:nvSpPr>
        <p:spPr>
          <a:xfrm>
            <a:off x="647600" y="1697800"/>
            <a:ext cx="10896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 name="Google Shape;162;p13"/>
          <p:cNvSpPr txBox="1">
            <a:spLocks noGrp="1"/>
          </p:cNvSpPr>
          <p:nvPr>
            <p:ph type="title" idx="2" hasCustomPrompt="1"/>
          </p:nvPr>
        </p:nvSpPr>
        <p:spPr>
          <a:xfrm>
            <a:off x="1230767" y="2504533"/>
            <a:ext cx="1824800" cy="10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56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63" name="Google Shape;163;p13"/>
          <p:cNvSpPr txBox="1">
            <a:spLocks noGrp="1"/>
          </p:cNvSpPr>
          <p:nvPr>
            <p:ph type="subTitle" idx="1"/>
          </p:nvPr>
        </p:nvSpPr>
        <p:spPr>
          <a:xfrm>
            <a:off x="3158167" y="2248933"/>
            <a:ext cx="2728000" cy="624400"/>
          </a:xfrm>
          <a:prstGeom prst="rect">
            <a:avLst/>
          </a:prstGeom>
        </p:spPr>
        <p:txBody>
          <a:bodyPr spcFirstLastPara="1" wrap="square" lIns="91425" tIns="91425" rIns="91425" bIns="91425" anchor="b" anchorCtr="0">
            <a:noAutofit/>
          </a:bodyPr>
          <a:lstStyle>
            <a:lvl1pPr lvl="0">
              <a:spcBef>
                <a:spcPts val="0"/>
              </a:spcBef>
              <a:spcAft>
                <a:spcPts val="0"/>
              </a:spcAft>
              <a:buSzPts val="2000"/>
              <a:buFont typeface="Krona One"/>
              <a:buNone/>
              <a:defRPr sz="2667" b="1">
                <a:latin typeface="Krona One"/>
                <a:ea typeface="Krona One"/>
                <a:cs typeface="Krona One"/>
                <a:sym typeface="Krona One"/>
              </a:defRPr>
            </a:lvl1pPr>
            <a:lvl2pPr lvl="1">
              <a:spcBef>
                <a:spcPts val="0"/>
              </a:spcBef>
              <a:spcAft>
                <a:spcPts val="0"/>
              </a:spcAft>
              <a:buSzPts val="2000"/>
              <a:buFont typeface="Krona One"/>
              <a:buNone/>
              <a:defRPr sz="2667" b="1">
                <a:latin typeface="Krona One"/>
                <a:ea typeface="Krona One"/>
                <a:cs typeface="Krona One"/>
                <a:sym typeface="Krona One"/>
              </a:defRPr>
            </a:lvl2pPr>
            <a:lvl3pPr lvl="2">
              <a:spcBef>
                <a:spcPts val="0"/>
              </a:spcBef>
              <a:spcAft>
                <a:spcPts val="0"/>
              </a:spcAft>
              <a:buSzPts val="2000"/>
              <a:buFont typeface="Krona One"/>
              <a:buNone/>
              <a:defRPr sz="2667" b="1">
                <a:latin typeface="Krona One"/>
                <a:ea typeface="Krona One"/>
                <a:cs typeface="Krona One"/>
                <a:sym typeface="Krona One"/>
              </a:defRPr>
            </a:lvl3pPr>
            <a:lvl4pPr lvl="3">
              <a:spcBef>
                <a:spcPts val="0"/>
              </a:spcBef>
              <a:spcAft>
                <a:spcPts val="0"/>
              </a:spcAft>
              <a:buSzPts val="2000"/>
              <a:buFont typeface="Krona One"/>
              <a:buNone/>
              <a:defRPr sz="2667" b="1">
                <a:latin typeface="Krona One"/>
                <a:ea typeface="Krona One"/>
                <a:cs typeface="Krona One"/>
                <a:sym typeface="Krona One"/>
              </a:defRPr>
            </a:lvl4pPr>
            <a:lvl5pPr lvl="4">
              <a:spcBef>
                <a:spcPts val="0"/>
              </a:spcBef>
              <a:spcAft>
                <a:spcPts val="0"/>
              </a:spcAft>
              <a:buSzPts val="2000"/>
              <a:buFont typeface="Krona One"/>
              <a:buNone/>
              <a:defRPr sz="2667" b="1">
                <a:latin typeface="Krona One"/>
                <a:ea typeface="Krona One"/>
                <a:cs typeface="Krona One"/>
                <a:sym typeface="Krona One"/>
              </a:defRPr>
            </a:lvl5pPr>
            <a:lvl6pPr lvl="5">
              <a:spcBef>
                <a:spcPts val="0"/>
              </a:spcBef>
              <a:spcAft>
                <a:spcPts val="0"/>
              </a:spcAft>
              <a:buSzPts val="2000"/>
              <a:buFont typeface="Krona One"/>
              <a:buNone/>
              <a:defRPr sz="2667" b="1">
                <a:latin typeface="Krona One"/>
                <a:ea typeface="Krona One"/>
                <a:cs typeface="Krona One"/>
                <a:sym typeface="Krona One"/>
              </a:defRPr>
            </a:lvl6pPr>
            <a:lvl7pPr lvl="6">
              <a:spcBef>
                <a:spcPts val="0"/>
              </a:spcBef>
              <a:spcAft>
                <a:spcPts val="0"/>
              </a:spcAft>
              <a:buSzPts val="2000"/>
              <a:buFont typeface="Krona One"/>
              <a:buNone/>
              <a:defRPr sz="2667" b="1">
                <a:latin typeface="Krona One"/>
                <a:ea typeface="Krona One"/>
                <a:cs typeface="Krona One"/>
                <a:sym typeface="Krona One"/>
              </a:defRPr>
            </a:lvl7pPr>
            <a:lvl8pPr lvl="7">
              <a:spcBef>
                <a:spcPts val="0"/>
              </a:spcBef>
              <a:spcAft>
                <a:spcPts val="0"/>
              </a:spcAft>
              <a:buSzPts val="2000"/>
              <a:buFont typeface="Krona One"/>
              <a:buNone/>
              <a:defRPr sz="2667" b="1">
                <a:latin typeface="Krona One"/>
                <a:ea typeface="Krona One"/>
                <a:cs typeface="Krona One"/>
                <a:sym typeface="Krona One"/>
              </a:defRPr>
            </a:lvl8pPr>
            <a:lvl9pPr lvl="8">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164" name="Google Shape;164;p13"/>
          <p:cNvSpPr txBox="1">
            <a:spLocks noGrp="1"/>
          </p:cNvSpPr>
          <p:nvPr>
            <p:ph type="subTitle" idx="3"/>
          </p:nvPr>
        </p:nvSpPr>
        <p:spPr>
          <a:xfrm>
            <a:off x="3158167" y="2984333"/>
            <a:ext cx="2728000" cy="8776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65" name="Google Shape;165;p13"/>
          <p:cNvSpPr txBox="1">
            <a:spLocks noGrp="1"/>
          </p:cNvSpPr>
          <p:nvPr>
            <p:ph type="title" idx="4" hasCustomPrompt="1"/>
          </p:nvPr>
        </p:nvSpPr>
        <p:spPr>
          <a:xfrm>
            <a:off x="6305833" y="2504533"/>
            <a:ext cx="1824800" cy="10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56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66" name="Google Shape;166;p13"/>
          <p:cNvSpPr txBox="1">
            <a:spLocks noGrp="1"/>
          </p:cNvSpPr>
          <p:nvPr>
            <p:ph type="subTitle" idx="5"/>
          </p:nvPr>
        </p:nvSpPr>
        <p:spPr>
          <a:xfrm>
            <a:off x="8233233" y="2248933"/>
            <a:ext cx="2728000" cy="624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Krona One"/>
              <a:buNone/>
              <a:defRPr sz="2667" b="1">
                <a:latin typeface="Krona One"/>
                <a:ea typeface="Krona One"/>
                <a:cs typeface="Krona One"/>
                <a:sym typeface="Krona One"/>
              </a:defRPr>
            </a:lvl1pPr>
            <a:lvl2pPr lvl="1" rtl="0">
              <a:spcBef>
                <a:spcPts val="0"/>
              </a:spcBef>
              <a:spcAft>
                <a:spcPts val="0"/>
              </a:spcAft>
              <a:buSzPts val="2000"/>
              <a:buFont typeface="Krona One"/>
              <a:buNone/>
              <a:defRPr sz="2667" b="1">
                <a:latin typeface="Krona One"/>
                <a:ea typeface="Krona One"/>
                <a:cs typeface="Krona One"/>
                <a:sym typeface="Krona One"/>
              </a:defRPr>
            </a:lvl2pPr>
            <a:lvl3pPr lvl="2" rtl="0">
              <a:spcBef>
                <a:spcPts val="0"/>
              </a:spcBef>
              <a:spcAft>
                <a:spcPts val="0"/>
              </a:spcAft>
              <a:buSzPts val="2000"/>
              <a:buFont typeface="Krona One"/>
              <a:buNone/>
              <a:defRPr sz="2667" b="1">
                <a:latin typeface="Krona One"/>
                <a:ea typeface="Krona One"/>
                <a:cs typeface="Krona One"/>
                <a:sym typeface="Krona One"/>
              </a:defRPr>
            </a:lvl3pPr>
            <a:lvl4pPr lvl="3" rtl="0">
              <a:spcBef>
                <a:spcPts val="0"/>
              </a:spcBef>
              <a:spcAft>
                <a:spcPts val="0"/>
              </a:spcAft>
              <a:buSzPts val="2000"/>
              <a:buFont typeface="Krona One"/>
              <a:buNone/>
              <a:defRPr sz="2667" b="1">
                <a:latin typeface="Krona One"/>
                <a:ea typeface="Krona One"/>
                <a:cs typeface="Krona One"/>
                <a:sym typeface="Krona One"/>
              </a:defRPr>
            </a:lvl4pPr>
            <a:lvl5pPr lvl="4" rtl="0">
              <a:spcBef>
                <a:spcPts val="0"/>
              </a:spcBef>
              <a:spcAft>
                <a:spcPts val="0"/>
              </a:spcAft>
              <a:buSzPts val="2000"/>
              <a:buFont typeface="Krona One"/>
              <a:buNone/>
              <a:defRPr sz="2667" b="1">
                <a:latin typeface="Krona One"/>
                <a:ea typeface="Krona One"/>
                <a:cs typeface="Krona One"/>
                <a:sym typeface="Krona One"/>
              </a:defRPr>
            </a:lvl5pPr>
            <a:lvl6pPr lvl="5" rtl="0">
              <a:spcBef>
                <a:spcPts val="0"/>
              </a:spcBef>
              <a:spcAft>
                <a:spcPts val="0"/>
              </a:spcAft>
              <a:buSzPts val="2000"/>
              <a:buFont typeface="Krona One"/>
              <a:buNone/>
              <a:defRPr sz="2667" b="1">
                <a:latin typeface="Krona One"/>
                <a:ea typeface="Krona One"/>
                <a:cs typeface="Krona One"/>
                <a:sym typeface="Krona One"/>
              </a:defRPr>
            </a:lvl6pPr>
            <a:lvl7pPr lvl="6" rtl="0">
              <a:spcBef>
                <a:spcPts val="0"/>
              </a:spcBef>
              <a:spcAft>
                <a:spcPts val="0"/>
              </a:spcAft>
              <a:buSzPts val="2000"/>
              <a:buFont typeface="Krona One"/>
              <a:buNone/>
              <a:defRPr sz="2667" b="1">
                <a:latin typeface="Krona One"/>
                <a:ea typeface="Krona One"/>
                <a:cs typeface="Krona One"/>
                <a:sym typeface="Krona One"/>
              </a:defRPr>
            </a:lvl7pPr>
            <a:lvl8pPr lvl="7" rtl="0">
              <a:spcBef>
                <a:spcPts val="0"/>
              </a:spcBef>
              <a:spcAft>
                <a:spcPts val="0"/>
              </a:spcAft>
              <a:buSzPts val="2000"/>
              <a:buFont typeface="Krona One"/>
              <a:buNone/>
              <a:defRPr sz="2667" b="1">
                <a:latin typeface="Krona One"/>
                <a:ea typeface="Krona One"/>
                <a:cs typeface="Krona One"/>
                <a:sym typeface="Krona One"/>
              </a:defRPr>
            </a:lvl8pPr>
            <a:lvl9pPr lvl="8"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167" name="Google Shape;167;p13"/>
          <p:cNvSpPr txBox="1">
            <a:spLocks noGrp="1"/>
          </p:cNvSpPr>
          <p:nvPr>
            <p:ph type="subTitle" idx="6"/>
          </p:nvPr>
        </p:nvSpPr>
        <p:spPr>
          <a:xfrm>
            <a:off x="8233233" y="2984333"/>
            <a:ext cx="2728000" cy="8776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68" name="Google Shape;168;p13"/>
          <p:cNvSpPr txBox="1">
            <a:spLocks noGrp="1"/>
          </p:cNvSpPr>
          <p:nvPr>
            <p:ph type="title" idx="7" hasCustomPrompt="1"/>
          </p:nvPr>
        </p:nvSpPr>
        <p:spPr>
          <a:xfrm>
            <a:off x="1230767" y="4414167"/>
            <a:ext cx="1824800" cy="10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56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69" name="Google Shape;169;p13"/>
          <p:cNvSpPr txBox="1">
            <a:spLocks noGrp="1"/>
          </p:cNvSpPr>
          <p:nvPr>
            <p:ph type="subTitle" idx="8"/>
          </p:nvPr>
        </p:nvSpPr>
        <p:spPr>
          <a:xfrm>
            <a:off x="3158167" y="4138733"/>
            <a:ext cx="2728000" cy="624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Krona One"/>
              <a:buNone/>
              <a:defRPr sz="2667" b="1">
                <a:latin typeface="Krona One"/>
                <a:ea typeface="Krona One"/>
                <a:cs typeface="Krona One"/>
                <a:sym typeface="Krona One"/>
              </a:defRPr>
            </a:lvl1pPr>
            <a:lvl2pPr lvl="1" rtl="0">
              <a:spcBef>
                <a:spcPts val="0"/>
              </a:spcBef>
              <a:spcAft>
                <a:spcPts val="0"/>
              </a:spcAft>
              <a:buSzPts val="2000"/>
              <a:buFont typeface="Krona One"/>
              <a:buNone/>
              <a:defRPr sz="2667" b="1">
                <a:latin typeface="Krona One"/>
                <a:ea typeface="Krona One"/>
                <a:cs typeface="Krona One"/>
                <a:sym typeface="Krona One"/>
              </a:defRPr>
            </a:lvl2pPr>
            <a:lvl3pPr lvl="2" rtl="0">
              <a:spcBef>
                <a:spcPts val="0"/>
              </a:spcBef>
              <a:spcAft>
                <a:spcPts val="0"/>
              </a:spcAft>
              <a:buSzPts val="2000"/>
              <a:buFont typeface="Krona One"/>
              <a:buNone/>
              <a:defRPr sz="2667" b="1">
                <a:latin typeface="Krona One"/>
                <a:ea typeface="Krona One"/>
                <a:cs typeface="Krona One"/>
                <a:sym typeface="Krona One"/>
              </a:defRPr>
            </a:lvl3pPr>
            <a:lvl4pPr lvl="3" rtl="0">
              <a:spcBef>
                <a:spcPts val="0"/>
              </a:spcBef>
              <a:spcAft>
                <a:spcPts val="0"/>
              </a:spcAft>
              <a:buSzPts val="2000"/>
              <a:buFont typeface="Krona One"/>
              <a:buNone/>
              <a:defRPr sz="2667" b="1">
                <a:latin typeface="Krona One"/>
                <a:ea typeface="Krona One"/>
                <a:cs typeface="Krona One"/>
                <a:sym typeface="Krona One"/>
              </a:defRPr>
            </a:lvl4pPr>
            <a:lvl5pPr lvl="4" rtl="0">
              <a:spcBef>
                <a:spcPts val="0"/>
              </a:spcBef>
              <a:spcAft>
                <a:spcPts val="0"/>
              </a:spcAft>
              <a:buSzPts val="2000"/>
              <a:buFont typeface="Krona One"/>
              <a:buNone/>
              <a:defRPr sz="2667" b="1">
                <a:latin typeface="Krona One"/>
                <a:ea typeface="Krona One"/>
                <a:cs typeface="Krona One"/>
                <a:sym typeface="Krona One"/>
              </a:defRPr>
            </a:lvl5pPr>
            <a:lvl6pPr lvl="5" rtl="0">
              <a:spcBef>
                <a:spcPts val="0"/>
              </a:spcBef>
              <a:spcAft>
                <a:spcPts val="0"/>
              </a:spcAft>
              <a:buSzPts val="2000"/>
              <a:buFont typeface="Krona One"/>
              <a:buNone/>
              <a:defRPr sz="2667" b="1">
                <a:latin typeface="Krona One"/>
                <a:ea typeface="Krona One"/>
                <a:cs typeface="Krona One"/>
                <a:sym typeface="Krona One"/>
              </a:defRPr>
            </a:lvl6pPr>
            <a:lvl7pPr lvl="6" rtl="0">
              <a:spcBef>
                <a:spcPts val="0"/>
              </a:spcBef>
              <a:spcAft>
                <a:spcPts val="0"/>
              </a:spcAft>
              <a:buSzPts val="2000"/>
              <a:buFont typeface="Krona One"/>
              <a:buNone/>
              <a:defRPr sz="2667" b="1">
                <a:latin typeface="Krona One"/>
                <a:ea typeface="Krona One"/>
                <a:cs typeface="Krona One"/>
                <a:sym typeface="Krona One"/>
              </a:defRPr>
            </a:lvl7pPr>
            <a:lvl8pPr lvl="7" rtl="0">
              <a:spcBef>
                <a:spcPts val="0"/>
              </a:spcBef>
              <a:spcAft>
                <a:spcPts val="0"/>
              </a:spcAft>
              <a:buSzPts val="2000"/>
              <a:buFont typeface="Krona One"/>
              <a:buNone/>
              <a:defRPr sz="2667" b="1">
                <a:latin typeface="Krona One"/>
                <a:ea typeface="Krona One"/>
                <a:cs typeface="Krona One"/>
                <a:sym typeface="Krona One"/>
              </a:defRPr>
            </a:lvl8pPr>
            <a:lvl9pPr lvl="8"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170" name="Google Shape;170;p13"/>
          <p:cNvSpPr txBox="1">
            <a:spLocks noGrp="1"/>
          </p:cNvSpPr>
          <p:nvPr>
            <p:ph type="subTitle" idx="9"/>
          </p:nvPr>
        </p:nvSpPr>
        <p:spPr>
          <a:xfrm>
            <a:off x="3158167" y="4874133"/>
            <a:ext cx="2728000" cy="8776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171" name="Google Shape;171;p13"/>
          <p:cNvSpPr txBox="1">
            <a:spLocks noGrp="1"/>
          </p:cNvSpPr>
          <p:nvPr>
            <p:ph type="title" idx="13" hasCustomPrompt="1"/>
          </p:nvPr>
        </p:nvSpPr>
        <p:spPr>
          <a:xfrm>
            <a:off x="6305833" y="4414167"/>
            <a:ext cx="1824800" cy="10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56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72" name="Google Shape;172;p13"/>
          <p:cNvSpPr txBox="1">
            <a:spLocks noGrp="1"/>
          </p:cNvSpPr>
          <p:nvPr>
            <p:ph type="subTitle" idx="14"/>
          </p:nvPr>
        </p:nvSpPr>
        <p:spPr>
          <a:xfrm>
            <a:off x="8233233" y="4138733"/>
            <a:ext cx="2728000" cy="6244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Krona One"/>
              <a:buNone/>
              <a:defRPr sz="2667" b="1">
                <a:latin typeface="Krona One"/>
                <a:ea typeface="Krona One"/>
                <a:cs typeface="Krona One"/>
                <a:sym typeface="Krona One"/>
              </a:defRPr>
            </a:lvl1pPr>
            <a:lvl2pPr lvl="1" rtl="0">
              <a:spcBef>
                <a:spcPts val="0"/>
              </a:spcBef>
              <a:spcAft>
                <a:spcPts val="0"/>
              </a:spcAft>
              <a:buSzPts val="2000"/>
              <a:buFont typeface="Krona One"/>
              <a:buNone/>
              <a:defRPr sz="2667" b="1">
                <a:latin typeface="Krona One"/>
                <a:ea typeface="Krona One"/>
                <a:cs typeface="Krona One"/>
                <a:sym typeface="Krona One"/>
              </a:defRPr>
            </a:lvl2pPr>
            <a:lvl3pPr lvl="2" rtl="0">
              <a:spcBef>
                <a:spcPts val="0"/>
              </a:spcBef>
              <a:spcAft>
                <a:spcPts val="0"/>
              </a:spcAft>
              <a:buSzPts val="2000"/>
              <a:buFont typeface="Krona One"/>
              <a:buNone/>
              <a:defRPr sz="2667" b="1">
                <a:latin typeface="Krona One"/>
                <a:ea typeface="Krona One"/>
                <a:cs typeface="Krona One"/>
                <a:sym typeface="Krona One"/>
              </a:defRPr>
            </a:lvl3pPr>
            <a:lvl4pPr lvl="3" rtl="0">
              <a:spcBef>
                <a:spcPts val="0"/>
              </a:spcBef>
              <a:spcAft>
                <a:spcPts val="0"/>
              </a:spcAft>
              <a:buSzPts val="2000"/>
              <a:buFont typeface="Krona One"/>
              <a:buNone/>
              <a:defRPr sz="2667" b="1">
                <a:latin typeface="Krona One"/>
                <a:ea typeface="Krona One"/>
                <a:cs typeface="Krona One"/>
                <a:sym typeface="Krona One"/>
              </a:defRPr>
            </a:lvl4pPr>
            <a:lvl5pPr lvl="4" rtl="0">
              <a:spcBef>
                <a:spcPts val="0"/>
              </a:spcBef>
              <a:spcAft>
                <a:spcPts val="0"/>
              </a:spcAft>
              <a:buSzPts val="2000"/>
              <a:buFont typeface="Krona One"/>
              <a:buNone/>
              <a:defRPr sz="2667" b="1">
                <a:latin typeface="Krona One"/>
                <a:ea typeface="Krona One"/>
                <a:cs typeface="Krona One"/>
                <a:sym typeface="Krona One"/>
              </a:defRPr>
            </a:lvl5pPr>
            <a:lvl6pPr lvl="5" rtl="0">
              <a:spcBef>
                <a:spcPts val="0"/>
              </a:spcBef>
              <a:spcAft>
                <a:spcPts val="0"/>
              </a:spcAft>
              <a:buSzPts val="2000"/>
              <a:buFont typeface="Krona One"/>
              <a:buNone/>
              <a:defRPr sz="2667" b="1">
                <a:latin typeface="Krona One"/>
                <a:ea typeface="Krona One"/>
                <a:cs typeface="Krona One"/>
                <a:sym typeface="Krona One"/>
              </a:defRPr>
            </a:lvl6pPr>
            <a:lvl7pPr lvl="6" rtl="0">
              <a:spcBef>
                <a:spcPts val="0"/>
              </a:spcBef>
              <a:spcAft>
                <a:spcPts val="0"/>
              </a:spcAft>
              <a:buSzPts val="2000"/>
              <a:buFont typeface="Krona One"/>
              <a:buNone/>
              <a:defRPr sz="2667" b="1">
                <a:latin typeface="Krona One"/>
                <a:ea typeface="Krona One"/>
                <a:cs typeface="Krona One"/>
                <a:sym typeface="Krona One"/>
              </a:defRPr>
            </a:lvl7pPr>
            <a:lvl8pPr lvl="7" rtl="0">
              <a:spcBef>
                <a:spcPts val="0"/>
              </a:spcBef>
              <a:spcAft>
                <a:spcPts val="0"/>
              </a:spcAft>
              <a:buSzPts val="2000"/>
              <a:buFont typeface="Krona One"/>
              <a:buNone/>
              <a:defRPr sz="2667" b="1">
                <a:latin typeface="Krona One"/>
                <a:ea typeface="Krona One"/>
                <a:cs typeface="Krona One"/>
                <a:sym typeface="Krona One"/>
              </a:defRPr>
            </a:lvl8pPr>
            <a:lvl9pPr lvl="8"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173" name="Google Shape;173;p13"/>
          <p:cNvSpPr txBox="1">
            <a:spLocks noGrp="1"/>
          </p:cNvSpPr>
          <p:nvPr>
            <p:ph type="subTitle" idx="15"/>
          </p:nvPr>
        </p:nvSpPr>
        <p:spPr>
          <a:xfrm>
            <a:off x="8233233" y="4874133"/>
            <a:ext cx="2728000" cy="8776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Tree>
    <p:extLst>
      <p:ext uri="{BB962C8B-B14F-4D97-AF65-F5344CB8AC3E}">
        <p14:creationId xmlns:p14="http://schemas.microsoft.com/office/powerpoint/2010/main" val="34725297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92"/>
        <p:cNvGrpSpPr/>
        <p:nvPr/>
      </p:nvGrpSpPr>
      <p:grpSpPr>
        <a:xfrm>
          <a:off x="0" y="0"/>
          <a:ext cx="0" cy="0"/>
          <a:chOff x="0" y="0"/>
          <a:chExt cx="0" cy="0"/>
        </a:xfrm>
      </p:grpSpPr>
      <p:sp>
        <p:nvSpPr>
          <p:cNvPr id="193" name="Google Shape;193;p15"/>
          <p:cNvSpPr/>
          <p:nvPr/>
        </p:nvSpPr>
        <p:spPr>
          <a:xfrm>
            <a:off x="748567" y="614833"/>
            <a:ext cx="10896800" cy="921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4" name="Google Shape;194;p15"/>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5" name="Google Shape;195;p15"/>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6" name="Google Shape;196;p15"/>
          <p:cNvSpPr/>
          <p:nvPr/>
        </p:nvSpPr>
        <p:spPr>
          <a:xfrm>
            <a:off x="748567" y="1808133"/>
            <a:ext cx="10896800" cy="4555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7" name="Google Shape;197;p15"/>
          <p:cNvSpPr/>
          <p:nvPr/>
        </p:nvSpPr>
        <p:spPr>
          <a:xfrm>
            <a:off x="647600" y="1697800"/>
            <a:ext cx="10896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8" name="Google Shape;198;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1649230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96"/>
        <p:cNvGrpSpPr/>
        <p:nvPr/>
      </p:nvGrpSpPr>
      <p:grpSpPr>
        <a:xfrm>
          <a:off x="0" y="0"/>
          <a:ext cx="0" cy="0"/>
          <a:chOff x="0" y="0"/>
          <a:chExt cx="0" cy="0"/>
        </a:xfrm>
      </p:grpSpPr>
      <p:sp>
        <p:nvSpPr>
          <p:cNvPr id="297" name="Google Shape;297;p20"/>
          <p:cNvSpPr/>
          <p:nvPr/>
        </p:nvSpPr>
        <p:spPr>
          <a:xfrm>
            <a:off x="748567" y="614833"/>
            <a:ext cx="10896800" cy="921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8" name="Google Shape;298;p20"/>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9" name="Google Shape;299;p20"/>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0" name="Google Shape;300;p20"/>
          <p:cNvSpPr/>
          <p:nvPr/>
        </p:nvSpPr>
        <p:spPr>
          <a:xfrm>
            <a:off x="748567" y="1808133"/>
            <a:ext cx="10896800" cy="4555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1" name="Google Shape;301;p20"/>
          <p:cNvSpPr/>
          <p:nvPr/>
        </p:nvSpPr>
        <p:spPr>
          <a:xfrm>
            <a:off x="647600" y="1697800"/>
            <a:ext cx="10896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2" name="Google Shape;302;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3" name="Google Shape;303;p20"/>
          <p:cNvSpPr txBox="1">
            <a:spLocks noGrp="1"/>
          </p:cNvSpPr>
          <p:nvPr>
            <p:ph type="subTitle" idx="1"/>
          </p:nvPr>
        </p:nvSpPr>
        <p:spPr>
          <a:xfrm>
            <a:off x="1196233" y="2305233"/>
            <a:ext cx="2610000" cy="90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spcBef>
                <a:spcPts val="0"/>
              </a:spcBef>
              <a:spcAft>
                <a:spcPts val="0"/>
              </a:spcAft>
              <a:buSzPts val="1600"/>
              <a:buNone/>
              <a:defRPr/>
            </a:lvl2pPr>
            <a:lvl3pPr lvl="2" algn="ctr" rtl="0">
              <a:spcBef>
                <a:spcPts val="0"/>
              </a:spcBef>
              <a:spcAft>
                <a:spcPts val="0"/>
              </a:spcAft>
              <a:buSzPts val="1600"/>
              <a:buNone/>
              <a:defRPr/>
            </a:lvl3pPr>
            <a:lvl4pPr lvl="3" algn="ctr" rtl="0">
              <a:spcBef>
                <a:spcPts val="0"/>
              </a:spcBef>
              <a:spcAft>
                <a:spcPts val="0"/>
              </a:spcAft>
              <a:buSzPts val="1600"/>
              <a:buNone/>
              <a:defRPr/>
            </a:lvl4pPr>
            <a:lvl5pPr lvl="4" algn="ctr" rtl="0">
              <a:spcBef>
                <a:spcPts val="0"/>
              </a:spcBef>
              <a:spcAft>
                <a:spcPts val="0"/>
              </a:spcAft>
              <a:buSzPts val="1600"/>
              <a:buNone/>
              <a:defRPr/>
            </a:lvl5pPr>
            <a:lvl6pPr lvl="5" algn="ctr" rtl="0">
              <a:spcBef>
                <a:spcPts val="0"/>
              </a:spcBef>
              <a:spcAft>
                <a:spcPts val="0"/>
              </a:spcAft>
              <a:buSzPts val="1600"/>
              <a:buNone/>
              <a:defRPr/>
            </a:lvl6pPr>
            <a:lvl7pPr lvl="6" algn="ctr" rtl="0">
              <a:spcBef>
                <a:spcPts val="0"/>
              </a:spcBef>
              <a:spcAft>
                <a:spcPts val="0"/>
              </a:spcAft>
              <a:buSzPts val="1600"/>
              <a:buNone/>
              <a:defRPr/>
            </a:lvl7pPr>
            <a:lvl8pPr lvl="7" algn="ctr" rtl="0">
              <a:spcBef>
                <a:spcPts val="0"/>
              </a:spcBef>
              <a:spcAft>
                <a:spcPts val="0"/>
              </a:spcAft>
              <a:buSzPts val="1600"/>
              <a:buNone/>
              <a:defRPr/>
            </a:lvl8pPr>
            <a:lvl9pPr lvl="8" algn="ctr" rtl="0">
              <a:spcBef>
                <a:spcPts val="0"/>
              </a:spcBef>
              <a:spcAft>
                <a:spcPts val="0"/>
              </a:spcAft>
              <a:buSzPts val="1600"/>
              <a:buNone/>
              <a:defRPr/>
            </a:lvl9pPr>
          </a:lstStyle>
          <a:p>
            <a:endParaRPr/>
          </a:p>
        </p:txBody>
      </p:sp>
      <p:sp>
        <p:nvSpPr>
          <p:cNvPr id="304" name="Google Shape;304;p20"/>
          <p:cNvSpPr txBox="1">
            <a:spLocks noGrp="1"/>
          </p:cNvSpPr>
          <p:nvPr>
            <p:ph type="subTitle" idx="2"/>
          </p:nvPr>
        </p:nvSpPr>
        <p:spPr>
          <a:xfrm>
            <a:off x="1196233" y="3116767"/>
            <a:ext cx="2610000" cy="6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Krona One"/>
              <a:buNone/>
              <a:defRPr sz="2667" b="1">
                <a:latin typeface="Krona One"/>
                <a:ea typeface="Krona One"/>
                <a:cs typeface="Krona One"/>
                <a:sym typeface="Krona One"/>
              </a:defRPr>
            </a:lvl1pPr>
            <a:lvl2pPr lvl="1" algn="ctr" rtl="0">
              <a:spcBef>
                <a:spcPts val="0"/>
              </a:spcBef>
              <a:spcAft>
                <a:spcPts val="0"/>
              </a:spcAft>
              <a:buSzPts val="2000"/>
              <a:buFont typeface="Krona One"/>
              <a:buNone/>
              <a:defRPr sz="2667" b="1">
                <a:latin typeface="Krona One"/>
                <a:ea typeface="Krona One"/>
                <a:cs typeface="Krona One"/>
                <a:sym typeface="Krona One"/>
              </a:defRPr>
            </a:lvl2pPr>
            <a:lvl3pPr lvl="2" algn="ctr" rtl="0">
              <a:spcBef>
                <a:spcPts val="0"/>
              </a:spcBef>
              <a:spcAft>
                <a:spcPts val="0"/>
              </a:spcAft>
              <a:buSzPts val="2000"/>
              <a:buFont typeface="Krona One"/>
              <a:buNone/>
              <a:defRPr sz="2667" b="1">
                <a:latin typeface="Krona One"/>
                <a:ea typeface="Krona One"/>
                <a:cs typeface="Krona One"/>
                <a:sym typeface="Krona One"/>
              </a:defRPr>
            </a:lvl3pPr>
            <a:lvl4pPr lvl="3" algn="ctr" rtl="0">
              <a:spcBef>
                <a:spcPts val="0"/>
              </a:spcBef>
              <a:spcAft>
                <a:spcPts val="0"/>
              </a:spcAft>
              <a:buSzPts val="2000"/>
              <a:buFont typeface="Krona One"/>
              <a:buNone/>
              <a:defRPr sz="2667" b="1">
                <a:latin typeface="Krona One"/>
                <a:ea typeface="Krona One"/>
                <a:cs typeface="Krona One"/>
                <a:sym typeface="Krona One"/>
              </a:defRPr>
            </a:lvl4pPr>
            <a:lvl5pPr lvl="4" algn="ctr" rtl="0">
              <a:spcBef>
                <a:spcPts val="0"/>
              </a:spcBef>
              <a:spcAft>
                <a:spcPts val="0"/>
              </a:spcAft>
              <a:buSzPts val="2000"/>
              <a:buFont typeface="Krona One"/>
              <a:buNone/>
              <a:defRPr sz="2667" b="1">
                <a:latin typeface="Krona One"/>
                <a:ea typeface="Krona One"/>
                <a:cs typeface="Krona One"/>
                <a:sym typeface="Krona One"/>
              </a:defRPr>
            </a:lvl5pPr>
            <a:lvl6pPr lvl="5" algn="ctr" rtl="0">
              <a:spcBef>
                <a:spcPts val="0"/>
              </a:spcBef>
              <a:spcAft>
                <a:spcPts val="0"/>
              </a:spcAft>
              <a:buSzPts val="2000"/>
              <a:buFont typeface="Krona One"/>
              <a:buNone/>
              <a:defRPr sz="2667" b="1">
                <a:latin typeface="Krona One"/>
                <a:ea typeface="Krona One"/>
                <a:cs typeface="Krona One"/>
                <a:sym typeface="Krona One"/>
              </a:defRPr>
            </a:lvl6pPr>
            <a:lvl7pPr lvl="6" algn="ctr" rtl="0">
              <a:spcBef>
                <a:spcPts val="0"/>
              </a:spcBef>
              <a:spcAft>
                <a:spcPts val="0"/>
              </a:spcAft>
              <a:buSzPts val="2000"/>
              <a:buFont typeface="Krona One"/>
              <a:buNone/>
              <a:defRPr sz="2667" b="1">
                <a:latin typeface="Krona One"/>
                <a:ea typeface="Krona One"/>
                <a:cs typeface="Krona One"/>
                <a:sym typeface="Krona One"/>
              </a:defRPr>
            </a:lvl7pPr>
            <a:lvl8pPr lvl="7" algn="ctr" rtl="0">
              <a:spcBef>
                <a:spcPts val="0"/>
              </a:spcBef>
              <a:spcAft>
                <a:spcPts val="0"/>
              </a:spcAft>
              <a:buSzPts val="2000"/>
              <a:buFont typeface="Krona One"/>
              <a:buNone/>
              <a:defRPr sz="2667" b="1">
                <a:latin typeface="Krona One"/>
                <a:ea typeface="Krona One"/>
                <a:cs typeface="Krona One"/>
                <a:sym typeface="Krona One"/>
              </a:defRPr>
            </a:lvl8pPr>
            <a:lvl9pPr lvl="8" algn="ctr"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305" name="Google Shape;305;p20"/>
          <p:cNvSpPr txBox="1">
            <a:spLocks noGrp="1"/>
          </p:cNvSpPr>
          <p:nvPr>
            <p:ph type="subTitle" idx="3"/>
          </p:nvPr>
        </p:nvSpPr>
        <p:spPr>
          <a:xfrm>
            <a:off x="4791000" y="2305233"/>
            <a:ext cx="2610000" cy="90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spcBef>
                <a:spcPts val="0"/>
              </a:spcBef>
              <a:spcAft>
                <a:spcPts val="0"/>
              </a:spcAft>
              <a:buSzPts val="1600"/>
              <a:buNone/>
              <a:defRPr/>
            </a:lvl2pPr>
            <a:lvl3pPr lvl="2" algn="ctr" rtl="0">
              <a:spcBef>
                <a:spcPts val="0"/>
              </a:spcBef>
              <a:spcAft>
                <a:spcPts val="0"/>
              </a:spcAft>
              <a:buSzPts val="1600"/>
              <a:buNone/>
              <a:defRPr/>
            </a:lvl3pPr>
            <a:lvl4pPr lvl="3" algn="ctr" rtl="0">
              <a:spcBef>
                <a:spcPts val="0"/>
              </a:spcBef>
              <a:spcAft>
                <a:spcPts val="0"/>
              </a:spcAft>
              <a:buSzPts val="1600"/>
              <a:buNone/>
              <a:defRPr/>
            </a:lvl4pPr>
            <a:lvl5pPr lvl="4" algn="ctr" rtl="0">
              <a:spcBef>
                <a:spcPts val="0"/>
              </a:spcBef>
              <a:spcAft>
                <a:spcPts val="0"/>
              </a:spcAft>
              <a:buSzPts val="1600"/>
              <a:buNone/>
              <a:defRPr/>
            </a:lvl5pPr>
            <a:lvl6pPr lvl="5" algn="ctr" rtl="0">
              <a:spcBef>
                <a:spcPts val="0"/>
              </a:spcBef>
              <a:spcAft>
                <a:spcPts val="0"/>
              </a:spcAft>
              <a:buSzPts val="1600"/>
              <a:buNone/>
              <a:defRPr/>
            </a:lvl6pPr>
            <a:lvl7pPr lvl="6" algn="ctr" rtl="0">
              <a:spcBef>
                <a:spcPts val="0"/>
              </a:spcBef>
              <a:spcAft>
                <a:spcPts val="0"/>
              </a:spcAft>
              <a:buSzPts val="1600"/>
              <a:buNone/>
              <a:defRPr/>
            </a:lvl7pPr>
            <a:lvl8pPr lvl="7" algn="ctr" rtl="0">
              <a:spcBef>
                <a:spcPts val="0"/>
              </a:spcBef>
              <a:spcAft>
                <a:spcPts val="0"/>
              </a:spcAft>
              <a:buSzPts val="1600"/>
              <a:buNone/>
              <a:defRPr/>
            </a:lvl8pPr>
            <a:lvl9pPr lvl="8" algn="ctr" rtl="0">
              <a:spcBef>
                <a:spcPts val="0"/>
              </a:spcBef>
              <a:spcAft>
                <a:spcPts val="0"/>
              </a:spcAft>
              <a:buSzPts val="1600"/>
              <a:buNone/>
              <a:defRPr/>
            </a:lvl9pPr>
          </a:lstStyle>
          <a:p>
            <a:endParaRPr/>
          </a:p>
        </p:txBody>
      </p:sp>
      <p:sp>
        <p:nvSpPr>
          <p:cNvPr id="306" name="Google Shape;306;p20"/>
          <p:cNvSpPr txBox="1">
            <a:spLocks noGrp="1"/>
          </p:cNvSpPr>
          <p:nvPr>
            <p:ph type="subTitle" idx="4"/>
          </p:nvPr>
        </p:nvSpPr>
        <p:spPr>
          <a:xfrm>
            <a:off x="4791000" y="3116767"/>
            <a:ext cx="2610000" cy="6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Krona One"/>
              <a:buNone/>
              <a:defRPr sz="2667" b="1">
                <a:latin typeface="Krona One"/>
                <a:ea typeface="Krona One"/>
                <a:cs typeface="Krona One"/>
                <a:sym typeface="Krona One"/>
              </a:defRPr>
            </a:lvl1pPr>
            <a:lvl2pPr lvl="1" algn="ctr" rtl="0">
              <a:spcBef>
                <a:spcPts val="0"/>
              </a:spcBef>
              <a:spcAft>
                <a:spcPts val="0"/>
              </a:spcAft>
              <a:buSzPts val="2000"/>
              <a:buFont typeface="Krona One"/>
              <a:buNone/>
              <a:defRPr sz="2667" b="1">
                <a:latin typeface="Krona One"/>
                <a:ea typeface="Krona One"/>
                <a:cs typeface="Krona One"/>
                <a:sym typeface="Krona One"/>
              </a:defRPr>
            </a:lvl2pPr>
            <a:lvl3pPr lvl="2" algn="ctr" rtl="0">
              <a:spcBef>
                <a:spcPts val="0"/>
              </a:spcBef>
              <a:spcAft>
                <a:spcPts val="0"/>
              </a:spcAft>
              <a:buSzPts val="2000"/>
              <a:buFont typeface="Krona One"/>
              <a:buNone/>
              <a:defRPr sz="2667" b="1">
                <a:latin typeface="Krona One"/>
                <a:ea typeface="Krona One"/>
                <a:cs typeface="Krona One"/>
                <a:sym typeface="Krona One"/>
              </a:defRPr>
            </a:lvl3pPr>
            <a:lvl4pPr lvl="3" algn="ctr" rtl="0">
              <a:spcBef>
                <a:spcPts val="0"/>
              </a:spcBef>
              <a:spcAft>
                <a:spcPts val="0"/>
              </a:spcAft>
              <a:buSzPts val="2000"/>
              <a:buFont typeface="Krona One"/>
              <a:buNone/>
              <a:defRPr sz="2667" b="1">
                <a:latin typeface="Krona One"/>
                <a:ea typeface="Krona One"/>
                <a:cs typeface="Krona One"/>
                <a:sym typeface="Krona One"/>
              </a:defRPr>
            </a:lvl4pPr>
            <a:lvl5pPr lvl="4" algn="ctr" rtl="0">
              <a:spcBef>
                <a:spcPts val="0"/>
              </a:spcBef>
              <a:spcAft>
                <a:spcPts val="0"/>
              </a:spcAft>
              <a:buSzPts val="2000"/>
              <a:buFont typeface="Krona One"/>
              <a:buNone/>
              <a:defRPr sz="2667" b="1">
                <a:latin typeface="Krona One"/>
                <a:ea typeface="Krona One"/>
                <a:cs typeface="Krona One"/>
                <a:sym typeface="Krona One"/>
              </a:defRPr>
            </a:lvl5pPr>
            <a:lvl6pPr lvl="5" algn="ctr" rtl="0">
              <a:spcBef>
                <a:spcPts val="0"/>
              </a:spcBef>
              <a:spcAft>
                <a:spcPts val="0"/>
              </a:spcAft>
              <a:buSzPts val="2000"/>
              <a:buFont typeface="Krona One"/>
              <a:buNone/>
              <a:defRPr sz="2667" b="1">
                <a:latin typeface="Krona One"/>
                <a:ea typeface="Krona One"/>
                <a:cs typeface="Krona One"/>
                <a:sym typeface="Krona One"/>
              </a:defRPr>
            </a:lvl6pPr>
            <a:lvl7pPr lvl="6" algn="ctr" rtl="0">
              <a:spcBef>
                <a:spcPts val="0"/>
              </a:spcBef>
              <a:spcAft>
                <a:spcPts val="0"/>
              </a:spcAft>
              <a:buSzPts val="2000"/>
              <a:buFont typeface="Krona One"/>
              <a:buNone/>
              <a:defRPr sz="2667" b="1">
                <a:latin typeface="Krona One"/>
                <a:ea typeface="Krona One"/>
                <a:cs typeface="Krona One"/>
                <a:sym typeface="Krona One"/>
              </a:defRPr>
            </a:lvl7pPr>
            <a:lvl8pPr lvl="7" algn="ctr" rtl="0">
              <a:spcBef>
                <a:spcPts val="0"/>
              </a:spcBef>
              <a:spcAft>
                <a:spcPts val="0"/>
              </a:spcAft>
              <a:buSzPts val="2000"/>
              <a:buFont typeface="Krona One"/>
              <a:buNone/>
              <a:defRPr sz="2667" b="1">
                <a:latin typeface="Krona One"/>
                <a:ea typeface="Krona One"/>
                <a:cs typeface="Krona One"/>
                <a:sym typeface="Krona One"/>
              </a:defRPr>
            </a:lvl8pPr>
            <a:lvl9pPr lvl="8" algn="ctr"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307" name="Google Shape;307;p20"/>
          <p:cNvSpPr txBox="1">
            <a:spLocks noGrp="1"/>
          </p:cNvSpPr>
          <p:nvPr>
            <p:ph type="subTitle" idx="5"/>
          </p:nvPr>
        </p:nvSpPr>
        <p:spPr>
          <a:xfrm>
            <a:off x="8385767" y="2305233"/>
            <a:ext cx="2610000" cy="90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spcBef>
                <a:spcPts val="0"/>
              </a:spcBef>
              <a:spcAft>
                <a:spcPts val="0"/>
              </a:spcAft>
              <a:buSzPts val="1600"/>
              <a:buNone/>
              <a:defRPr/>
            </a:lvl2pPr>
            <a:lvl3pPr lvl="2" algn="ctr" rtl="0">
              <a:spcBef>
                <a:spcPts val="0"/>
              </a:spcBef>
              <a:spcAft>
                <a:spcPts val="0"/>
              </a:spcAft>
              <a:buSzPts val="1600"/>
              <a:buNone/>
              <a:defRPr/>
            </a:lvl3pPr>
            <a:lvl4pPr lvl="3" algn="ctr" rtl="0">
              <a:spcBef>
                <a:spcPts val="0"/>
              </a:spcBef>
              <a:spcAft>
                <a:spcPts val="0"/>
              </a:spcAft>
              <a:buSzPts val="1600"/>
              <a:buNone/>
              <a:defRPr/>
            </a:lvl4pPr>
            <a:lvl5pPr lvl="4" algn="ctr" rtl="0">
              <a:spcBef>
                <a:spcPts val="0"/>
              </a:spcBef>
              <a:spcAft>
                <a:spcPts val="0"/>
              </a:spcAft>
              <a:buSzPts val="1600"/>
              <a:buNone/>
              <a:defRPr/>
            </a:lvl5pPr>
            <a:lvl6pPr lvl="5" algn="ctr" rtl="0">
              <a:spcBef>
                <a:spcPts val="0"/>
              </a:spcBef>
              <a:spcAft>
                <a:spcPts val="0"/>
              </a:spcAft>
              <a:buSzPts val="1600"/>
              <a:buNone/>
              <a:defRPr/>
            </a:lvl6pPr>
            <a:lvl7pPr lvl="6" algn="ctr" rtl="0">
              <a:spcBef>
                <a:spcPts val="0"/>
              </a:spcBef>
              <a:spcAft>
                <a:spcPts val="0"/>
              </a:spcAft>
              <a:buSzPts val="1600"/>
              <a:buNone/>
              <a:defRPr/>
            </a:lvl7pPr>
            <a:lvl8pPr lvl="7" algn="ctr" rtl="0">
              <a:spcBef>
                <a:spcPts val="0"/>
              </a:spcBef>
              <a:spcAft>
                <a:spcPts val="0"/>
              </a:spcAft>
              <a:buSzPts val="1600"/>
              <a:buNone/>
              <a:defRPr/>
            </a:lvl8pPr>
            <a:lvl9pPr lvl="8" algn="ctr" rtl="0">
              <a:spcBef>
                <a:spcPts val="0"/>
              </a:spcBef>
              <a:spcAft>
                <a:spcPts val="0"/>
              </a:spcAft>
              <a:buSzPts val="1600"/>
              <a:buNone/>
              <a:defRPr/>
            </a:lvl9pPr>
          </a:lstStyle>
          <a:p>
            <a:endParaRPr/>
          </a:p>
        </p:txBody>
      </p:sp>
      <p:sp>
        <p:nvSpPr>
          <p:cNvPr id="308" name="Google Shape;308;p20"/>
          <p:cNvSpPr txBox="1">
            <a:spLocks noGrp="1"/>
          </p:cNvSpPr>
          <p:nvPr>
            <p:ph type="subTitle" idx="6"/>
          </p:nvPr>
        </p:nvSpPr>
        <p:spPr>
          <a:xfrm>
            <a:off x="8385767" y="3116767"/>
            <a:ext cx="2610000" cy="6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Krona One"/>
              <a:buNone/>
              <a:defRPr sz="2667" b="1">
                <a:latin typeface="Krona One"/>
                <a:ea typeface="Krona One"/>
                <a:cs typeface="Krona One"/>
                <a:sym typeface="Krona One"/>
              </a:defRPr>
            </a:lvl1pPr>
            <a:lvl2pPr lvl="1" algn="ctr" rtl="0">
              <a:spcBef>
                <a:spcPts val="0"/>
              </a:spcBef>
              <a:spcAft>
                <a:spcPts val="0"/>
              </a:spcAft>
              <a:buSzPts val="2000"/>
              <a:buFont typeface="Krona One"/>
              <a:buNone/>
              <a:defRPr sz="2667" b="1">
                <a:latin typeface="Krona One"/>
                <a:ea typeface="Krona One"/>
                <a:cs typeface="Krona One"/>
                <a:sym typeface="Krona One"/>
              </a:defRPr>
            </a:lvl2pPr>
            <a:lvl3pPr lvl="2" algn="ctr" rtl="0">
              <a:spcBef>
                <a:spcPts val="0"/>
              </a:spcBef>
              <a:spcAft>
                <a:spcPts val="0"/>
              </a:spcAft>
              <a:buSzPts val="2000"/>
              <a:buFont typeface="Krona One"/>
              <a:buNone/>
              <a:defRPr sz="2667" b="1">
                <a:latin typeface="Krona One"/>
                <a:ea typeface="Krona One"/>
                <a:cs typeface="Krona One"/>
                <a:sym typeface="Krona One"/>
              </a:defRPr>
            </a:lvl3pPr>
            <a:lvl4pPr lvl="3" algn="ctr" rtl="0">
              <a:spcBef>
                <a:spcPts val="0"/>
              </a:spcBef>
              <a:spcAft>
                <a:spcPts val="0"/>
              </a:spcAft>
              <a:buSzPts val="2000"/>
              <a:buFont typeface="Krona One"/>
              <a:buNone/>
              <a:defRPr sz="2667" b="1">
                <a:latin typeface="Krona One"/>
                <a:ea typeface="Krona One"/>
                <a:cs typeface="Krona One"/>
                <a:sym typeface="Krona One"/>
              </a:defRPr>
            </a:lvl4pPr>
            <a:lvl5pPr lvl="4" algn="ctr" rtl="0">
              <a:spcBef>
                <a:spcPts val="0"/>
              </a:spcBef>
              <a:spcAft>
                <a:spcPts val="0"/>
              </a:spcAft>
              <a:buSzPts val="2000"/>
              <a:buFont typeface="Krona One"/>
              <a:buNone/>
              <a:defRPr sz="2667" b="1">
                <a:latin typeface="Krona One"/>
                <a:ea typeface="Krona One"/>
                <a:cs typeface="Krona One"/>
                <a:sym typeface="Krona One"/>
              </a:defRPr>
            </a:lvl5pPr>
            <a:lvl6pPr lvl="5" algn="ctr" rtl="0">
              <a:spcBef>
                <a:spcPts val="0"/>
              </a:spcBef>
              <a:spcAft>
                <a:spcPts val="0"/>
              </a:spcAft>
              <a:buSzPts val="2000"/>
              <a:buFont typeface="Krona One"/>
              <a:buNone/>
              <a:defRPr sz="2667" b="1">
                <a:latin typeface="Krona One"/>
                <a:ea typeface="Krona One"/>
                <a:cs typeface="Krona One"/>
                <a:sym typeface="Krona One"/>
              </a:defRPr>
            </a:lvl6pPr>
            <a:lvl7pPr lvl="6" algn="ctr" rtl="0">
              <a:spcBef>
                <a:spcPts val="0"/>
              </a:spcBef>
              <a:spcAft>
                <a:spcPts val="0"/>
              </a:spcAft>
              <a:buSzPts val="2000"/>
              <a:buFont typeface="Krona One"/>
              <a:buNone/>
              <a:defRPr sz="2667" b="1">
                <a:latin typeface="Krona One"/>
                <a:ea typeface="Krona One"/>
                <a:cs typeface="Krona One"/>
                <a:sym typeface="Krona One"/>
              </a:defRPr>
            </a:lvl7pPr>
            <a:lvl8pPr lvl="7" algn="ctr" rtl="0">
              <a:spcBef>
                <a:spcPts val="0"/>
              </a:spcBef>
              <a:spcAft>
                <a:spcPts val="0"/>
              </a:spcAft>
              <a:buSzPts val="2000"/>
              <a:buFont typeface="Krona One"/>
              <a:buNone/>
              <a:defRPr sz="2667" b="1">
                <a:latin typeface="Krona One"/>
                <a:ea typeface="Krona One"/>
                <a:cs typeface="Krona One"/>
                <a:sym typeface="Krona One"/>
              </a:defRPr>
            </a:lvl8pPr>
            <a:lvl9pPr lvl="8" algn="ctr"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309" name="Google Shape;309;p20"/>
          <p:cNvSpPr txBox="1">
            <a:spLocks noGrp="1"/>
          </p:cNvSpPr>
          <p:nvPr>
            <p:ph type="subTitle" idx="7"/>
          </p:nvPr>
        </p:nvSpPr>
        <p:spPr>
          <a:xfrm>
            <a:off x="1196233" y="4443900"/>
            <a:ext cx="2610000" cy="90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spcBef>
                <a:spcPts val="0"/>
              </a:spcBef>
              <a:spcAft>
                <a:spcPts val="0"/>
              </a:spcAft>
              <a:buSzPts val="1600"/>
              <a:buNone/>
              <a:defRPr/>
            </a:lvl2pPr>
            <a:lvl3pPr lvl="2" algn="ctr" rtl="0">
              <a:spcBef>
                <a:spcPts val="0"/>
              </a:spcBef>
              <a:spcAft>
                <a:spcPts val="0"/>
              </a:spcAft>
              <a:buSzPts val="1600"/>
              <a:buNone/>
              <a:defRPr/>
            </a:lvl3pPr>
            <a:lvl4pPr lvl="3" algn="ctr" rtl="0">
              <a:spcBef>
                <a:spcPts val="0"/>
              </a:spcBef>
              <a:spcAft>
                <a:spcPts val="0"/>
              </a:spcAft>
              <a:buSzPts val="1600"/>
              <a:buNone/>
              <a:defRPr/>
            </a:lvl4pPr>
            <a:lvl5pPr lvl="4" algn="ctr" rtl="0">
              <a:spcBef>
                <a:spcPts val="0"/>
              </a:spcBef>
              <a:spcAft>
                <a:spcPts val="0"/>
              </a:spcAft>
              <a:buSzPts val="1600"/>
              <a:buNone/>
              <a:defRPr/>
            </a:lvl5pPr>
            <a:lvl6pPr lvl="5" algn="ctr" rtl="0">
              <a:spcBef>
                <a:spcPts val="0"/>
              </a:spcBef>
              <a:spcAft>
                <a:spcPts val="0"/>
              </a:spcAft>
              <a:buSzPts val="1600"/>
              <a:buNone/>
              <a:defRPr/>
            </a:lvl6pPr>
            <a:lvl7pPr lvl="6" algn="ctr" rtl="0">
              <a:spcBef>
                <a:spcPts val="0"/>
              </a:spcBef>
              <a:spcAft>
                <a:spcPts val="0"/>
              </a:spcAft>
              <a:buSzPts val="1600"/>
              <a:buNone/>
              <a:defRPr/>
            </a:lvl7pPr>
            <a:lvl8pPr lvl="7" algn="ctr" rtl="0">
              <a:spcBef>
                <a:spcPts val="0"/>
              </a:spcBef>
              <a:spcAft>
                <a:spcPts val="0"/>
              </a:spcAft>
              <a:buSzPts val="1600"/>
              <a:buNone/>
              <a:defRPr/>
            </a:lvl8pPr>
            <a:lvl9pPr lvl="8" algn="ctr" rtl="0">
              <a:spcBef>
                <a:spcPts val="0"/>
              </a:spcBef>
              <a:spcAft>
                <a:spcPts val="0"/>
              </a:spcAft>
              <a:buSzPts val="1600"/>
              <a:buNone/>
              <a:defRPr/>
            </a:lvl9pPr>
          </a:lstStyle>
          <a:p>
            <a:endParaRPr/>
          </a:p>
        </p:txBody>
      </p:sp>
      <p:sp>
        <p:nvSpPr>
          <p:cNvPr id="310" name="Google Shape;310;p20"/>
          <p:cNvSpPr txBox="1">
            <a:spLocks noGrp="1"/>
          </p:cNvSpPr>
          <p:nvPr>
            <p:ph type="subTitle" idx="8"/>
          </p:nvPr>
        </p:nvSpPr>
        <p:spPr>
          <a:xfrm>
            <a:off x="1196233" y="5255433"/>
            <a:ext cx="2610000" cy="6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Krona One"/>
              <a:buNone/>
              <a:defRPr sz="2667" b="1">
                <a:latin typeface="Krona One"/>
                <a:ea typeface="Krona One"/>
                <a:cs typeface="Krona One"/>
                <a:sym typeface="Krona One"/>
              </a:defRPr>
            </a:lvl1pPr>
            <a:lvl2pPr lvl="1" algn="ctr" rtl="0">
              <a:spcBef>
                <a:spcPts val="0"/>
              </a:spcBef>
              <a:spcAft>
                <a:spcPts val="0"/>
              </a:spcAft>
              <a:buSzPts val="2000"/>
              <a:buFont typeface="Krona One"/>
              <a:buNone/>
              <a:defRPr sz="2667" b="1">
                <a:latin typeface="Krona One"/>
                <a:ea typeface="Krona One"/>
                <a:cs typeface="Krona One"/>
                <a:sym typeface="Krona One"/>
              </a:defRPr>
            </a:lvl2pPr>
            <a:lvl3pPr lvl="2" algn="ctr" rtl="0">
              <a:spcBef>
                <a:spcPts val="0"/>
              </a:spcBef>
              <a:spcAft>
                <a:spcPts val="0"/>
              </a:spcAft>
              <a:buSzPts val="2000"/>
              <a:buFont typeface="Krona One"/>
              <a:buNone/>
              <a:defRPr sz="2667" b="1">
                <a:latin typeface="Krona One"/>
                <a:ea typeface="Krona One"/>
                <a:cs typeface="Krona One"/>
                <a:sym typeface="Krona One"/>
              </a:defRPr>
            </a:lvl3pPr>
            <a:lvl4pPr lvl="3" algn="ctr" rtl="0">
              <a:spcBef>
                <a:spcPts val="0"/>
              </a:spcBef>
              <a:spcAft>
                <a:spcPts val="0"/>
              </a:spcAft>
              <a:buSzPts val="2000"/>
              <a:buFont typeface="Krona One"/>
              <a:buNone/>
              <a:defRPr sz="2667" b="1">
                <a:latin typeface="Krona One"/>
                <a:ea typeface="Krona One"/>
                <a:cs typeface="Krona One"/>
                <a:sym typeface="Krona One"/>
              </a:defRPr>
            </a:lvl4pPr>
            <a:lvl5pPr lvl="4" algn="ctr" rtl="0">
              <a:spcBef>
                <a:spcPts val="0"/>
              </a:spcBef>
              <a:spcAft>
                <a:spcPts val="0"/>
              </a:spcAft>
              <a:buSzPts val="2000"/>
              <a:buFont typeface="Krona One"/>
              <a:buNone/>
              <a:defRPr sz="2667" b="1">
                <a:latin typeface="Krona One"/>
                <a:ea typeface="Krona One"/>
                <a:cs typeface="Krona One"/>
                <a:sym typeface="Krona One"/>
              </a:defRPr>
            </a:lvl5pPr>
            <a:lvl6pPr lvl="5" algn="ctr" rtl="0">
              <a:spcBef>
                <a:spcPts val="0"/>
              </a:spcBef>
              <a:spcAft>
                <a:spcPts val="0"/>
              </a:spcAft>
              <a:buSzPts val="2000"/>
              <a:buFont typeface="Krona One"/>
              <a:buNone/>
              <a:defRPr sz="2667" b="1">
                <a:latin typeface="Krona One"/>
                <a:ea typeface="Krona One"/>
                <a:cs typeface="Krona One"/>
                <a:sym typeface="Krona One"/>
              </a:defRPr>
            </a:lvl6pPr>
            <a:lvl7pPr lvl="6" algn="ctr" rtl="0">
              <a:spcBef>
                <a:spcPts val="0"/>
              </a:spcBef>
              <a:spcAft>
                <a:spcPts val="0"/>
              </a:spcAft>
              <a:buSzPts val="2000"/>
              <a:buFont typeface="Krona One"/>
              <a:buNone/>
              <a:defRPr sz="2667" b="1">
                <a:latin typeface="Krona One"/>
                <a:ea typeface="Krona One"/>
                <a:cs typeface="Krona One"/>
                <a:sym typeface="Krona One"/>
              </a:defRPr>
            </a:lvl7pPr>
            <a:lvl8pPr lvl="7" algn="ctr" rtl="0">
              <a:spcBef>
                <a:spcPts val="0"/>
              </a:spcBef>
              <a:spcAft>
                <a:spcPts val="0"/>
              </a:spcAft>
              <a:buSzPts val="2000"/>
              <a:buFont typeface="Krona One"/>
              <a:buNone/>
              <a:defRPr sz="2667" b="1">
                <a:latin typeface="Krona One"/>
                <a:ea typeface="Krona One"/>
                <a:cs typeface="Krona One"/>
                <a:sym typeface="Krona One"/>
              </a:defRPr>
            </a:lvl8pPr>
            <a:lvl9pPr lvl="8" algn="ctr"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311" name="Google Shape;311;p20"/>
          <p:cNvSpPr txBox="1">
            <a:spLocks noGrp="1"/>
          </p:cNvSpPr>
          <p:nvPr>
            <p:ph type="subTitle" idx="9"/>
          </p:nvPr>
        </p:nvSpPr>
        <p:spPr>
          <a:xfrm>
            <a:off x="4791000" y="4443900"/>
            <a:ext cx="2610000" cy="90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spcBef>
                <a:spcPts val="0"/>
              </a:spcBef>
              <a:spcAft>
                <a:spcPts val="0"/>
              </a:spcAft>
              <a:buSzPts val="1600"/>
              <a:buNone/>
              <a:defRPr/>
            </a:lvl2pPr>
            <a:lvl3pPr lvl="2" algn="ctr" rtl="0">
              <a:spcBef>
                <a:spcPts val="0"/>
              </a:spcBef>
              <a:spcAft>
                <a:spcPts val="0"/>
              </a:spcAft>
              <a:buSzPts val="1600"/>
              <a:buNone/>
              <a:defRPr/>
            </a:lvl3pPr>
            <a:lvl4pPr lvl="3" algn="ctr" rtl="0">
              <a:spcBef>
                <a:spcPts val="0"/>
              </a:spcBef>
              <a:spcAft>
                <a:spcPts val="0"/>
              </a:spcAft>
              <a:buSzPts val="1600"/>
              <a:buNone/>
              <a:defRPr/>
            </a:lvl4pPr>
            <a:lvl5pPr lvl="4" algn="ctr" rtl="0">
              <a:spcBef>
                <a:spcPts val="0"/>
              </a:spcBef>
              <a:spcAft>
                <a:spcPts val="0"/>
              </a:spcAft>
              <a:buSzPts val="1600"/>
              <a:buNone/>
              <a:defRPr/>
            </a:lvl5pPr>
            <a:lvl6pPr lvl="5" algn="ctr" rtl="0">
              <a:spcBef>
                <a:spcPts val="0"/>
              </a:spcBef>
              <a:spcAft>
                <a:spcPts val="0"/>
              </a:spcAft>
              <a:buSzPts val="1600"/>
              <a:buNone/>
              <a:defRPr/>
            </a:lvl6pPr>
            <a:lvl7pPr lvl="6" algn="ctr" rtl="0">
              <a:spcBef>
                <a:spcPts val="0"/>
              </a:spcBef>
              <a:spcAft>
                <a:spcPts val="0"/>
              </a:spcAft>
              <a:buSzPts val="1600"/>
              <a:buNone/>
              <a:defRPr/>
            </a:lvl7pPr>
            <a:lvl8pPr lvl="7" algn="ctr" rtl="0">
              <a:spcBef>
                <a:spcPts val="0"/>
              </a:spcBef>
              <a:spcAft>
                <a:spcPts val="0"/>
              </a:spcAft>
              <a:buSzPts val="1600"/>
              <a:buNone/>
              <a:defRPr/>
            </a:lvl8pPr>
            <a:lvl9pPr lvl="8" algn="ctr" rtl="0">
              <a:spcBef>
                <a:spcPts val="0"/>
              </a:spcBef>
              <a:spcAft>
                <a:spcPts val="0"/>
              </a:spcAft>
              <a:buSzPts val="1600"/>
              <a:buNone/>
              <a:defRPr/>
            </a:lvl9pPr>
          </a:lstStyle>
          <a:p>
            <a:endParaRPr/>
          </a:p>
        </p:txBody>
      </p:sp>
      <p:sp>
        <p:nvSpPr>
          <p:cNvPr id="312" name="Google Shape;312;p20"/>
          <p:cNvSpPr txBox="1">
            <a:spLocks noGrp="1"/>
          </p:cNvSpPr>
          <p:nvPr>
            <p:ph type="subTitle" idx="13"/>
          </p:nvPr>
        </p:nvSpPr>
        <p:spPr>
          <a:xfrm>
            <a:off x="4791000" y="5255433"/>
            <a:ext cx="2610000" cy="6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Krona One"/>
              <a:buNone/>
              <a:defRPr sz="2667" b="1">
                <a:latin typeface="Krona One"/>
                <a:ea typeface="Krona One"/>
                <a:cs typeface="Krona One"/>
                <a:sym typeface="Krona One"/>
              </a:defRPr>
            </a:lvl1pPr>
            <a:lvl2pPr lvl="1" algn="ctr" rtl="0">
              <a:spcBef>
                <a:spcPts val="0"/>
              </a:spcBef>
              <a:spcAft>
                <a:spcPts val="0"/>
              </a:spcAft>
              <a:buSzPts val="2000"/>
              <a:buFont typeface="Krona One"/>
              <a:buNone/>
              <a:defRPr sz="2667" b="1">
                <a:latin typeface="Krona One"/>
                <a:ea typeface="Krona One"/>
                <a:cs typeface="Krona One"/>
                <a:sym typeface="Krona One"/>
              </a:defRPr>
            </a:lvl2pPr>
            <a:lvl3pPr lvl="2" algn="ctr" rtl="0">
              <a:spcBef>
                <a:spcPts val="0"/>
              </a:spcBef>
              <a:spcAft>
                <a:spcPts val="0"/>
              </a:spcAft>
              <a:buSzPts val="2000"/>
              <a:buFont typeface="Krona One"/>
              <a:buNone/>
              <a:defRPr sz="2667" b="1">
                <a:latin typeface="Krona One"/>
                <a:ea typeface="Krona One"/>
                <a:cs typeface="Krona One"/>
                <a:sym typeface="Krona One"/>
              </a:defRPr>
            </a:lvl3pPr>
            <a:lvl4pPr lvl="3" algn="ctr" rtl="0">
              <a:spcBef>
                <a:spcPts val="0"/>
              </a:spcBef>
              <a:spcAft>
                <a:spcPts val="0"/>
              </a:spcAft>
              <a:buSzPts val="2000"/>
              <a:buFont typeface="Krona One"/>
              <a:buNone/>
              <a:defRPr sz="2667" b="1">
                <a:latin typeface="Krona One"/>
                <a:ea typeface="Krona One"/>
                <a:cs typeface="Krona One"/>
                <a:sym typeface="Krona One"/>
              </a:defRPr>
            </a:lvl4pPr>
            <a:lvl5pPr lvl="4" algn="ctr" rtl="0">
              <a:spcBef>
                <a:spcPts val="0"/>
              </a:spcBef>
              <a:spcAft>
                <a:spcPts val="0"/>
              </a:spcAft>
              <a:buSzPts val="2000"/>
              <a:buFont typeface="Krona One"/>
              <a:buNone/>
              <a:defRPr sz="2667" b="1">
                <a:latin typeface="Krona One"/>
                <a:ea typeface="Krona One"/>
                <a:cs typeface="Krona One"/>
                <a:sym typeface="Krona One"/>
              </a:defRPr>
            </a:lvl5pPr>
            <a:lvl6pPr lvl="5" algn="ctr" rtl="0">
              <a:spcBef>
                <a:spcPts val="0"/>
              </a:spcBef>
              <a:spcAft>
                <a:spcPts val="0"/>
              </a:spcAft>
              <a:buSzPts val="2000"/>
              <a:buFont typeface="Krona One"/>
              <a:buNone/>
              <a:defRPr sz="2667" b="1">
                <a:latin typeface="Krona One"/>
                <a:ea typeface="Krona One"/>
                <a:cs typeface="Krona One"/>
                <a:sym typeface="Krona One"/>
              </a:defRPr>
            </a:lvl6pPr>
            <a:lvl7pPr lvl="6" algn="ctr" rtl="0">
              <a:spcBef>
                <a:spcPts val="0"/>
              </a:spcBef>
              <a:spcAft>
                <a:spcPts val="0"/>
              </a:spcAft>
              <a:buSzPts val="2000"/>
              <a:buFont typeface="Krona One"/>
              <a:buNone/>
              <a:defRPr sz="2667" b="1">
                <a:latin typeface="Krona One"/>
                <a:ea typeface="Krona One"/>
                <a:cs typeface="Krona One"/>
                <a:sym typeface="Krona One"/>
              </a:defRPr>
            </a:lvl7pPr>
            <a:lvl8pPr lvl="7" algn="ctr" rtl="0">
              <a:spcBef>
                <a:spcPts val="0"/>
              </a:spcBef>
              <a:spcAft>
                <a:spcPts val="0"/>
              </a:spcAft>
              <a:buSzPts val="2000"/>
              <a:buFont typeface="Krona One"/>
              <a:buNone/>
              <a:defRPr sz="2667" b="1">
                <a:latin typeface="Krona One"/>
                <a:ea typeface="Krona One"/>
                <a:cs typeface="Krona One"/>
                <a:sym typeface="Krona One"/>
              </a:defRPr>
            </a:lvl8pPr>
            <a:lvl9pPr lvl="8" algn="ctr"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313" name="Google Shape;313;p20"/>
          <p:cNvSpPr txBox="1">
            <a:spLocks noGrp="1"/>
          </p:cNvSpPr>
          <p:nvPr>
            <p:ph type="subTitle" idx="14"/>
          </p:nvPr>
        </p:nvSpPr>
        <p:spPr>
          <a:xfrm>
            <a:off x="8385767" y="4443900"/>
            <a:ext cx="2610000" cy="902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algn="ctr" rtl="0">
              <a:spcBef>
                <a:spcPts val="0"/>
              </a:spcBef>
              <a:spcAft>
                <a:spcPts val="0"/>
              </a:spcAft>
              <a:buSzPts val="1600"/>
              <a:buNone/>
              <a:defRPr/>
            </a:lvl2pPr>
            <a:lvl3pPr lvl="2" algn="ctr" rtl="0">
              <a:spcBef>
                <a:spcPts val="0"/>
              </a:spcBef>
              <a:spcAft>
                <a:spcPts val="0"/>
              </a:spcAft>
              <a:buSzPts val="1600"/>
              <a:buNone/>
              <a:defRPr/>
            </a:lvl3pPr>
            <a:lvl4pPr lvl="3" algn="ctr" rtl="0">
              <a:spcBef>
                <a:spcPts val="0"/>
              </a:spcBef>
              <a:spcAft>
                <a:spcPts val="0"/>
              </a:spcAft>
              <a:buSzPts val="1600"/>
              <a:buNone/>
              <a:defRPr/>
            </a:lvl4pPr>
            <a:lvl5pPr lvl="4" algn="ctr" rtl="0">
              <a:spcBef>
                <a:spcPts val="0"/>
              </a:spcBef>
              <a:spcAft>
                <a:spcPts val="0"/>
              </a:spcAft>
              <a:buSzPts val="1600"/>
              <a:buNone/>
              <a:defRPr/>
            </a:lvl5pPr>
            <a:lvl6pPr lvl="5" algn="ctr" rtl="0">
              <a:spcBef>
                <a:spcPts val="0"/>
              </a:spcBef>
              <a:spcAft>
                <a:spcPts val="0"/>
              </a:spcAft>
              <a:buSzPts val="1600"/>
              <a:buNone/>
              <a:defRPr/>
            </a:lvl6pPr>
            <a:lvl7pPr lvl="6" algn="ctr" rtl="0">
              <a:spcBef>
                <a:spcPts val="0"/>
              </a:spcBef>
              <a:spcAft>
                <a:spcPts val="0"/>
              </a:spcAft>
              <a:buSzPts val="1600"/>
              <a:buNone/>
              <a:defRPr/>
            </a:lvl7pPr>
            <a:lvl8pPr lvl="7" algn="ctr" rtl="0">
              <a:spcBef>
                <a:spcPts val="0"/>
              </a:spcBef>
              <a:spcAft>
                <a:spcPts val="0"/>
              </a:spcAft>
              <a:buSzPts val="1600"/>
              <a:buNone/>
              <a:defRPr/>
            </a:lvl8pPr>
            <a:lvl9pPr lvl="8" algn="ctr" rtl="0">
              <a:spcBef>
                <a:spcPts val="0"/>
              </a:spcBef>
              <a:spcAft>
                <a:spcPts val="0"/>
              </a:spcAft>
              <a:buSzPts val="1600"/>
              <a:buNone/>
              <a:defRPr/>
            </a:lvl9pPr>
          </a:lstStyle>
          <a:p>
            <a:endParaRPr/>
          </a:p>
        </p:txBody>
      </p:sp>
      <p:sp>
        <p:nvSpPr>
          <p:cNvPr id="314" name="Google Shape;314;p20"/>
          <p:cNvSpPr txBox="1">
            <a:spLocks noGrp="1"/>
          </p:cNvSpPr>
          <p:nvPr>
            <p:ph type="subTitle" idx="15"/>
          </p:nvPr>
        </p:nvSpPr>
        <p:spPr>
          <a:xfrm>
            <a:off x="8385767" y="5255433"/>
            <a:ext cx="2610000" cy="629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000"/>
              <a:buFont typeface="Krona One"/>
              <a:buNone/>
              <a:defRPr sz="2667" b="1">
                <a:latin typeface="Krona One"/>
                <a:ea typeface="Krona One"/>
                <a:cs typeface="Krona One"/>
                <a:sym typeface="Krona One"/>
              </a:defRPr>
            </a:lvl1pPr>
            <a:lvl2pPr lvl="1" algn="ctr" rtl="0">
              <a:spcBef>
                <a:spcPts val="0"/>
              </a:spcBef>
              <a:spcAft>
                <a:spcPts val="0"/>
              </a:spcAft>
              <a:buSzPts val="2000"/>
              <a:buFont typeface="Krona One"/>
              <a:buNone/>
              <a:defRPr sz="2667" b="1">
                <a:latin typeface="Krona One"/>
                <a:ea typeface="Krona One"/>
                <a:cs typeface="Krona One"/>
                <a:sym typeface="Krona One"/>
              </a:defRPr>
            </a:lvl2pPr>
            <a:lvl3pPr lvl="2" algn="ctr" rtl="0">
              <a:spcBef>
                <a:spcPts val="0"/>
              </a:spcBef>
              <a:spcAft>
                <a:spcPts val="0"/>
              </a:spcAft>
              <a:buSzPts val="2000"/>
              <a:buFont typeface="Krona One"/>
              <a:buNone/>
              <a:defRPr sz="2667" b="1">
                <a:latin typeface="Krona One"/>
                <a:ea typeface="Krona One"/>
                <a:cs typeface="Krona One"/>
                <a:sym typeface="Krona One"/>
              </a:defRPr>
            </a:lvl3pPr>
            <a:lvl4pPr lvl="3" algn="ctr" rtl="0">
              <a:spcBef>
                <a:spcPts val="0"/>
              </a:spcBef>
              <a:spcAft>
                <a:spcPts val="0"/>
              </a:spcAft>
              <a:buSzPts val="2000"/>
              <a:buFont typeface="Krona One"/>
              <a:buNone/>
              <a:defRPr sz="2667" b="1">
                <a:latin typeface="Krona One"/>
                <a:ea typeface="Krona One"/>
                <a:cs typeface="Krona One"/>
                <a:sym typeface="Krona One"/>
              </a:defRPr>
            </a:lvl4pPr>
            <a:lvl5pPr lvl="4" algn="ctr" rtl="0">
              <a:spcBef>
                <a:spcPts val="0"/>
              </a:spcBef>
              <a:spcAft>
                <a:spcPts val="0"/>
              </a:spcAft>
              <a:buSzPts val="2000"/>
              <a:buFont typeface="Krona One"/>
              <a:buNone/>
              <a:defRPr sz="2667" b="1">
                <a:latin typeface="Krona One"/>
                <a:ea typeface="Krona One"/>
                <a:cs typeface="Krona One"/>
                <a:sym typeface="Krona One"/>
              </a:defRPr>
            </a:lvl5pPr>
            <a:lvl6pPr lvl="5" algn="ctr" rtl="0">
              <a:spcBef>
                <a:spcPts val="0"/>
              </a:spcBef>
              <a:spcAft>
                <a:spcPts val="0"/>
              </a:spcAft>
              <a:buSzPts val="2000"/>
              <a:buFont typeface="Krona One"/>
              <a:buNone/>
              <a:defRPr sz="2667" b="1">
                <a:latin typeface="Krona One"/>
                <a:ea typeface="Krona One"/>
                <a:cs typeface="Krona One"/>
                <a:sym typeface="Krona One"/>
              </a:defRPr>
            </a:lvl6pPr>
            <a:lvl7pPr lvl="6" algn="ctr" rtl="0">
              <a:spcBef>
                <a:spcPts val="0"/>
              </a:spcBef>
              <a:spcAft>
                <a:spcPts val="0"/>
              </a:spcAft>
              <a:buSzPts val="2000"/>
              <a:buFont typeface="Krona One"/>
              <a:buNone/>
              <a:defRPr sz="2667" b="1">
                <a:latin typeface="Krona One"/>
                <a:ea typeface="Krona One"/>
                <a:cs typeface="Krona One"/>
                <a:sym typeface="Krona One"/>
              </a:defRPr>
            </a:lvl7pPr>
            <a:lvl8pPr lvl="7" algn="ctr" rtl="0">
              <a:spcBef>
                <a:spcPts val="0"/>
              </a:spcBef>
              <a:spcAft>
                <a:spcPts val="0"/>
              </a:spcAft>
              <a:buSzPts val="2000"/>
              <a:buFont typeface="Krona One"/>
              <a:buNone/>
              <a:defRPr sz="2667" b="1">
                <a:latin typeface="Krona One"/>
                <a:ea typeface="Krona One"/>
                <a:cs typeface="Krona One"/>
                <a:sym typeface="Krona One"/>
              </a:defRPr>
            </a:lvl8pPr>
            <a:lvl9pPr lvl="8" algn="ctr" rtl="0">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Tree>
    <p:extLst>
      <p:ext uri="{BB962C8B-B14F-4D97-AF65-F5344CB8AC3E}">
        <p14:creationId xmlns:p14="http://schemas.microsoft.com/office/powerpoint/2010/main" val="219378533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385"/>
        <p:cNvGrpSpPr/>
        <p:nvPr/>
      </p:nvGrpSpPr>
      <p:grpSpPr>
        <a:xfrm>
          <a:off x="0" y="0"/>
          <a:ext cx="0" cy="0"/>
          <a:chOff x="0" y="0"/>
          <a:chExt cx="0" cy="0"/>
        </a:xfrm>
      </p:grpSpPr>
      <p:sp>
        <p:nvSpPr>
          <p:cNvPr id="386" name="Google Shape;386;p25"/>
          <p:cNvSpPr/>
          <p:nvPr/>
        </p:nvSpPr>
        <p:spPr>
          <a:xfrm>
            <a:off x="748567" y="830167"/>
            <a:ext cx="10896800" cy="38828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7" name="Google Shape;387;p25"/>
          <p:cNvSpPr/>
          <p:nvPr/>
        </p:nvSpPr>
        <p:spPr>
          <a:xfrm>
            <a:off x="5392167" y="4995067"/>
            <a:ext cx="6253200" cy="12528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8" name="Google Shape;388;p25"/>
          <p:cNvSpPr/>
          <p:nvPr/>
        </p:nvSpPr>
        <p:spPr>
          <a:xfrm>
            <a:off x="647600" y="720000"/>
            <a:ext cx="10896800" cy="388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9" name="Google Shape;389;p25"/>
          <p:cNvSpPr/>
          <p:nvPr/>
        </p:nvSpPr>
        <p:spPr>
          <a:xfrm>
            <a:off x="5291200" y="4884900"/>
            <a:ext cx="6253200" cy="12528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0" name="Google Shape;390;p25"/>
          <p:cNvSpPr/>
          <p:nvPr/>
        </p:nvSpPr>
        <p:spPr>
          <a:xfrm>
            <a:off x="647600" y="719167"/>
            <a:ext cx="108968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1" name="Google Shape;391;p25"/>
          <p:cNvSpPr/>
          <p:nvPr/>
        </p:nvSpPr>
        <p:spPr>
          <a:xfrm>
            <a:off x="960000" y="838567"/>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2" name="Google Shape;392;p25"/>
          <p:cNvSpPr/>
          <p:nvPr/>
        </p:nvSpPr>
        <p:spPr>
          <a:xfrm>
            <a:off x="1207900" y="838567"/>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3" name="Google Shape;393;p25"/>
          <p:cNvSpPr/>
          <p:nvPr/>
        </p:nvSpPr>
        <p:spPr>
          <a:xfrm>
            <a:off x="1455800" y="838567"/>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4" name="Google Shape;394;p25"/>
          <p:cNvSpPr txBox="1">
            <a:spLocks noGrp="1"/>
          </p:cNvSpPr>
          <p:nvPr>
            <p:ph type="ctrTitle"/>
          </p:nvPr>
        </p:nvSpPr>
        <p:spPr>
          <a:xfrm>
            <a:off x="960000" y="1399100"/>
            <a:ext cx="7533600" cy="10332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6133" b="1">
                <a:latin typeface="Krona One"/>
                <a:ea typeface="Krona One"/>
                <a:cs typeface="Krona One"/>
                <a:sym typeface="Krona One"/>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395" name="Google Shape;395;p25"/>
          <p:cNvSpPr txBox="1">
            <a:spLocks noGrp="1"/>
          </p:cNvSpPr>
          <p:nvPr>
            <p:ph type="subTitle" idx="1"/>
          </p:nvPr>
        </p:nvSpPr>
        <p:spPr>
          <a:xfrm>
            <a:off x="960000" y="2432300"/>
            <a:ext cx="7533600" cy="504400"/>
          </a:xfrm>
          <a:prstGeom prst="rect">
            <a:avLst/>
          </a:prstGeom>
        </p:spPr>
        <p:txBody>
          <a:bodyPr spcFirstLastPara="1" wrap="square" lIns="91425" tIns="91425" rIns="91425" bIns="91425" anchor="t" anchorCtr="0">
            <a:noAutofit/>
          </a:bodyPr>
          <a:lstStyle>
            <a:lvl1pPr lvl="0">
              <a:spcBef>
                <a:spcPts val="0"/>
              </a:spcBef>
              <a:spcAft>
                <a:spcPts val="0"/>
              </a:spcAft>
              <a:buSzPts val="2000"/>
              <a:buFont typeface="Krona One"/>
              <a:buNone/>
              <a:defRPr sz="2667" b="1">
                <a:highlight>
                  <a:schemeClr val="accent3"/>
                </a:highlight>
                <a:latin typeface="Krona One"/>
                <a:ea typeface="Krona One"/>
                <a:cs typeface="Krona One"/>
                <a:sym typeface="Krona One"/>
              </a:defRPr>
            </a:lvl1pPr>
            <a:lvl2pPr lvl="1">
              <a:spcBef>
                <a:spcPts val="0"/>
              </a:spcBef>
              <a:spcAft>
                <a:spcPts val="0"/>
              </a:spcAft>
              <a:buSzPts val="2000"/>
              <a:buFont typeface="Krona One"/>
              <a:buNone/>
              <a:defRPr sz="2667" b="1">
                <a:latin typeface="Krona One"/>
                <a:ea typeface="Krona One"/>
                <a:cs typeface="Krona One"/>
                <a:sym typeface="Krona One"/>
              </a:defRPr>
            </a:lvl2pPr>
            <a:lvl3pPr lvl="2">
              <a:spcBef>
                <a:spcPts val="0"/>
              </a:spcBef>
              <a:spcAft>
                <a:spcPts val="0"/>
              </a:spcAft>
              <a:buSzPts val="2000"/>
              <a:buFont typeface="Krona One"/>
              <a:buNone/>
              <a:defRPr sz="2667" b="1">
                <a:latin typeface="Krona One"/>
                <a:ea typeface="Krona One"/>
                <a:cs typeface="Krona One"/>
                <a:sym typeface="Krona One"/>
              </a:defRPr>
            </a:lvl3pPr>
            <a:lvl4pPr lvl="3">
              <a:spcBef>
                <a:spcPts val="0"/>
              </a:spcBef>
              <a:spcAft>
                <a:spcPts val="0"/>
              </a:spcAft>
              <a:buSzPts val="2000"/>
              <a:buFont typeface="Krona One"/>
              <a:buNone/>
              <a:defRPr sz="2667" b="1">
                <a:latin typeface="Krona One"/>
                <a:ea typeface="Krona One"/>
                <a:cs typeface="Krona One"/>
                <a:sym typeface="Krona One"/>
              </a:defRPr>
            </a:lvl4pPr>
            <a:lvl5pPr lvl="4">
              <a:spcBef>
                <a:spcPts val="0"/>
              </a:spcBef>
              <a:spcAft>
                <a:spcPts val="0"/>
              </a:spcAft>
              <a:buSzPts val="2000"/>
              <a:buFont typeface="Krona One"/>
              <a:buNone/>
              <a:defRPr sz="2667" b="1">
                <a:latin typeface="Krona One"/>
                <a:ea typeface="Krona One"/>
                <a:cs typeface="Krona One"/>
                <a:sym typeface="Krona One"/>
              </a:defRPr>
            </a:lvl5pPr>
            <a:lvl6pPr lvl="5">
              <a:spcBef>
                <a:spcPts val="0"/>
              </a:spcBef>
              <a:spcAft>
                <a:spcPts val="0"/>
              </a:spcAft>
              <a:buSzPts val="2000"/>
              <a:buFont typeface="Krona One"/>
              <a:buNone/>
              <a:defRPr sz="2667" b="1">
                <a:latin typeface="Krona One"/>
                <a:ea typeface="Krona One"/>
                <a:cs typeface="Krona One"/>
                <a:sym typeface="Krona One"/>
              </a:defRPr>
            </a:lvl6pPr>
            <a:lvl7pPr lvl="6">
              <a:spcBef>
                <a:spcPts val="0"/>
              </a:spcBef>
              <a:spcAft>
                <a:spcPts val="0"/>
              </a:spcAft>
              <a:buSzPts val="2000"/>
              <a:buFont typeface="Krona One"/>
              <a:buNone/>
              <a:defRPr sz="2667" b="1">
                <a:latin typeface="Krona One"/>
                <a:ea typeface="Krona One"/>
                <a:cs typeface="Krona One"/>
                <a:sym typeface="Krona One"/>
              </a:defRPr>
            </a:lvl7pPr>
            <a:lvl8pPr lvl="7">
              <a:spcBef>
                <a:spcPts val="0"/>
              </a:spcBef>
              <a:spcAft>
                <a:spcPts val="0"/>
              </a:spcAft>
              <a:buSzPts val="2000"/>
              <a:buFont typeface="Krona One"/>
              <a:buNone/>
              <a:defRPr sz="2667" b="1">
                <a:latin typeface="Krona One"/>
                <a:ea typeface="Krona One"/>
                <a:cs typeface="Krona One"/>
                <a:sym typeface="Krona One"/>
              </a:defRPr>
            </a:lvl8pPr>
            <a:lvl9pPr lvl="8">
              <a:spcBef>
                <a:spcPts val="0"/>
              </a:spcBef>
              <a:spcAft>
                <a:spcPts val="0"/>
              </a:spcAft>
              <a:buSzPts val="2000"/>
              <a:buFont typeface="Krona One"/>
              <a:buNone/>
              <a:defRPr sz="2667" b="1">
                <a:latin typeface="Krona One"/>
                <a:ea typeface="Krona One"/>
                <a:cs typeface="Krona One"/>
                <a:sym typeface="Krona One"/>
              </a:defRPr>
            </a:lvl9pPr>
          </a:lstStyle>
          <a:p>
            <a:endParaRPr/>
          </a:p>
        </p:txBody>
      </p:sp>
      <p:sp>
        <p:nvSpPr>
          <p:cNvPr id="396" name="Google Shape;396;p25"/>
          <p:cNvSpPr txBox="1">
            <a:spLocks noGrp="1"/>
          </p:cNvSpPr>
          <p:nvPr>
            <p:ph type="subTitle" idx="2"/>
          </p:nvPr>
        </p:nvSpPr>
        <p:spPr>
          <a:xfrm>
            <a:off x="960000" y="3065500"/>
            <a:ext cx="3682800" cy="1139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a:endParaRPr/>
          </a:p>
        </p:txBody>
      </p:sp>
      <p:sp>
        <p:nvSpPr>
          <p:cNvPr id="397" name="Google Shape;397;p25"/>
          <p:cNvSpPr txBox="1"/>
          <p:nvPr/>
        </p:nvSpPr>
        <p:spPr>
          <a:xfrm>
            <a:off x="5603600" y="5178527"/>
            <a:ext cx="5726800" cy="603600"/>
          </a:xfrm>
          <a:prstGeom prst="rect">
            <a:avLst/>
          </a:prstGeom>
          <a:noFill/>
          <a:ln>
            <a:noFill/>
          </a:ln>
        </p:spPr>
        <p:txBody>
          <a:bodyPr spcFirstLastPara="1" wrap="square" lIns="121900" tIns="121900" rIns="121900" bIns="121900" anchor="b" anchorCtr="0">
            <a:noAutofit/>
          </a:bodyPr>
          <a:lstStyle/>
          <a:p>
            <a:pPr marL="0" lvl="0" indent="0" algn="l" rtl="0">
              <a:lnSpc>
                <a:spcPct val="100000"/>
              </a:lnSpc>
              <a:spcBef>
                <a:spcPts val="400"/>
              </a:spcBef>
              <a:spcAft>
                <a:spcPts val="0"/>
              </a:spcAft>
              <a:buNone/>
            </a:pPr>
            <a:r>
              <a:rPr lang="en" sz="1333" b="1">
                <a:solidFill>
                  <a:schemeClr val="dk1"/>
                </a:solidFill>
                <a:latin typeface="Miriam Libre"/>
                <a:ea typeface="Miriam Libre"/>
                <a:cs typeface="Miriam Libre"/>
                <a:sym typeface="Miriam Libre"/>
              </a:rPr>
              <a:t>CREDITS: </a:t>
            </a:r>
            <a:r>
              <a:rPr lang="en" sz="1333">
                <a:solidFill>
                  <a:schemeClr val="dk1"/>
                </a:solidFill>
                <a:latin typeface="Miriam Libre"/>
                <a:ea typeface="Miriam Libre"/>
                <a:cs typeface="Miriam Libre"/>
                <a:sym typeface="Miriam Libre"/>
              </a:rPr>
              <a:t>This presentation template was created by </a:t>
            </a:r>
            <a:r>
              <a:rPr lang="en" sz="1333" b="1">
                <a:solidFill>
                  <a:schemeClr val="dk1"/>
                </a:solidFill>
                <a:uFill>
                  <a:noFill/>
                </a:uFill>
                <a:latin typeface="Miriam Libre"/>
                <a:ea typeface="Miriam Libre"/>
                <a:cs typeface="Miriam Libre"/>
                <a:sym typeface="Miriam Libre"/>
                <a:hlinkClick r:id="rId2">
                  <a:extLst>
                    <a:ext uri="{A12FA001-AC4F-418D-AE19-62706E023703}">
                      <ahyp:hlinkClr xmlns:ahyp="http://schemas.microsoft.com/office/drawing/2018/hyperlinkcolor" val="tx"/>
                    </a:ext>
                  </a:extLst>
                </a:hlinkClick>
              </a:rPr>
              <a:t>Slidesgo</a:t>
            </a:r>
            <a:r>
              <a:rPr lang="en" sz="1333">
                <a:solidFill>
                  <a:schemeClr val="dk1"/>
                </a:solidFill>
                <a:latin typeface="Miriam Libre"/>
                <a:ea typeface="Miriam Libre"/>
                <a:cs typeface="Miriam Libre"/>
                <a:sym typeface="Miriam Libre"/>
              </a:rPr>
              <a:t>, including icons by </a:t>
            </a:r>
            <a:r>
              <a:rPr lang="en" sz="1333" b="1">
                <a:solidFill>
                  <a:schemeClr val="dk1"/>
                </a:solidFill>
                <a:uFill>
                  <a:noFill/>
                </a:uFill>
                <a:latin typeface="Miriam Libre"/>
                <a:ea typeface="Miriam Libre"/>
                <a:cs typeface="Miriam Libre"/>
                <a:sym typeface="Miriam Libre"/>
                <a:hlinkClick r:id="rId3">
                  <a:extLst>
                    <a:ext uri="{A12FA001-AC4F-418D-AE19-62706E023703}">
                      <ahyp:hlinkClr xmlns:ahyp="http://schemas.microsoft.com/office/drawing/2018/hyperlinkcolor" val="tx"/>
                    </a:ext>
                  </a:extLst>
                </a:hlinkClick>
              </a:rPr>
              <a:t>Flaticon</a:t>
            </a:r>
            <a:r>
              <a:rPr lang="en" sz="1333">
                <a:solidFill>
                  <a:schemeClr val="dk1"/>
                </a:solidFill>
                <a:latin typeface="Miriam Libre"/>
                <a:ea typeface="Miriam Libre"/>
                <a:cs typeface="Miriam Libre"/>
                <a:sym typeface="Miriam Libre"/>
              </a:rPr>
              <a:t> and infographics &amp; images by </a:t>
            </a:r>
            <a:r>
              <a:rPr lang="en" sz="1333" b="1">
                <a:solidFill>
                  <a:schemeClr val="dk1"/>
                </a:solidFill>
                <a:uFill>
                  <a:noFill/>
                </a:uFill>
                <a:latin typeface="Miriam Libre"/>
                <a:ea typeface="Miriam Libre"/>
                <a:cs typeface="Miriam Libre"/>
                <a:sym typeface="Miriam Libre"/>
                <a:hlinkClick r:id="rId4">
                  <a:extLst>
                    <a:ext uri="{A12FA001-AC4F-418D-AE19-62706E023703}">
                      <ahyp:hlinkClr xmlns:ahyp="http://schemas.microsoft.com/office/drawing/2018/hyperlinkcolor" val="tx"/>
                    </a:ext>
                  </a:extLst>
                </a:hlinkClick>
              </a:rPr>
              <a:t>Freepik</a:t>
            </a:r>
            <a:endParaRPr sz="1333" b="1">
              <a:solidFill>
                <a:schemeClr val="dk1"/>
              </a:solidFill>
              <a:latin typeface="Miriam Libre"/>
              <a:ea typeface="Miriam Libre"/>
              <a:cs typeface="Miriam Libre"/>
              <a:sym typeface="Miriam Libre"/>
            </a:endParaRPr>
          </a:p>
        </p:txBody>
      </p:sp>
    </p:spTree>
    <p:extLst>
      <p:ext uri="{BB962C8B-B14F-4D97-AF65-F5344CB8AC3E}">
        <p14:creationId xmlns:p14="http://schemas.microsoft.com/office/powerpoint/2010/main" val="272728145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398"/>
        <p:cNvGrpSpPr/>
        <p:nvPr/>
      </p:nvGrpSpPr>
      <p:grpSpPr>
        <a:xfrm>
          <a:off x="0" y="0"/>
          <a:ext cx="0" cy="0"/>
          <a:chOff x="0" y="0"/>
          <a:chExt cx="0" cy="0"/>
        </a:xfrm>
      </p:grpSpPr>
      <p:sp>
        <p:nvSpPr>
          <p:cNvPr id="399" name="Google Shape;399;p26"/>
          <p:cNvSpPr/>
          <p:nvPr/>
        </p:nvSpPr>
        <p:spPr>
          <a:xfrm>
            <a:off x="748567" y="614833"/>
            <a:ext cx="10896800" cy="921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0" name="Google Shape;400;p26"/>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1" name="Google Shape;401;p26"/>
          <p:cNvSpPr/>
          <p:nvPr/>
        </p:nvSpPr>
        <p:spPr>
          <a:xfrm>
            <a:off x="748567" y="1808133"/>
            <a:ext cx="10896800" cy="45552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2" name="Google Shape;402;p26"/>
          <p:cNvSpPr/>
          <p:nvPr/>
        </p:nvSpPr>
        <p:spPr>
          <a:xfrm>
            <a:off x="647600" y="1697800"/>
            <a:ext cx="10896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3" name="Google Shape;403;p26"/>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382490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04"/>
        <p:cNvGrpSpPr/>
        <p:nvPr/>
      </p:nvGrpSpPr>
      <p:grpSpPr>
        <a:xfrm>
          <a:off x="0" y="0"/>
          <a:ext cx="0" cy="0"/>
          <a:chOff x="0" y="0"/>
          <a:chExt cx="0" cy="0"/>
        </a:xfrm>
      </p:grpSpPr>
      <p:sp>
        <p:nvSpPr>
          <p:cNvPr id="405" name="Google Shape;405;p27"/>
          <p:cNvSpPr/>
          <p:nvPr/>
        </p:nvSpPr>
        <p:spPr>
          <a:xfrm>
            <a:off x="748567" y="1808800"/>
            <a:ext cx="62872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6" name="Google Shape;406;p27"/>
          <p:cNvSpPr/>
          <p:nvPr/>
        </p:nvSpPr>
        <p:spPr>
          <a:xfrm>
            <a:off x="647600" y="1698633"/>
            <a:ext cx="62872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7" name="Google Shape;407;p27"/>
          <p:cNvSpPr/>
          <p:nvPr/>
        </p:nvSpPr>
        <p:spPr>
          <a:xfrm>
            <a:off x="647600" y="1697800"/>
            <a:ext cx="6287200" cy="3672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8" name="Google Shape;408;p27"/>
          <p:cNvSpPr/>
          <p:nvPr/>
        </p:nvSpPr>
        <p:spPr>
          <a:xfrm>
            <a:off x="960000"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9" name="Google Shape;409;p27"/>
          <p:cNvSpPr/>
          <p:nvPr/>
        </p:nvSpPr>
        <p:spPr>
          <a:xfrm>
            <a:off x="1207900"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0" name="Google Shape;410;p27"/>
          <p:cNvSpPr/>
          <p:nvPr/>
        </p:nvSpPr>
        <p:spPr>
          <a:xfrm>
            <a:off x="1455800"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1" name="Google Shape;411;p27"/>
          <p:cNvSpPr/>
          <p:nvPr/>
        </p:nvSpPr>
        <p:spPr>
          <a:xfrm>
            <a:off x="748567" y="614833"/>
            <a:ext cx="10896800" cy="921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2" name="Google Shape;412;p27"/>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3" name="Google Shape;413;p27"/>
          <p:cNvSpPr/>
          <p:nvPr/>
        </p:nvSpPr>
        <p:spPr>
          <a:xfrm>
            <a:off x="7324400" y="1808800"/>
            <a:ext cx="43208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4" name="Google Shape;414;p27"/>
          <p:cNvSpPr/>
          <p:nvPr/>
        </p:nvSpPr>
        <p:spPr>
          <a:xfrm>
            <a:off x="7223433" y="1698633"/>
            <a:ext cx="43208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5" name="Google Shape;415;p27"/>
          <p:cNvSpPr/>
          <p:nvPr/>
        </p:nvSpPr>
        <p:spPr>
          <a:xfrm>
            <a:off x="7223433" y="1697800"/>
            <a:ext cx="4320800" cy="3672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6" name="Google Shape;416;p27"/>
          <p:cNvSpPr/>
          <p:nvPr/>
        </p:nvSpPr>
        <p:spPr>
          <a:xfrm>
            <a:off x="7535833"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7" name="Google Shape;417;p27"/>
          <p:cNvSpPr/>
          <p:nvPr/>
        </p:nvSpPr>
        <p:spPr>
          <a:xfrm>
            <a:off x="7783733"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7"/>
          <p:cNvSpPr/>
          <p:nvPr/>
        </p:nvSpPr>
        <p:spPr>
          <a:xfrm>
            <a:off x="8031633"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3193000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19"/>
        <p:cNvGrpSpPr/>
        <p:nvPr/>
      </p:nvGrpSpPr>
      <p:grpSpPr>
        <a:xfrm>
          <a:off x="0" y="0"/>
          <a:ext cx="0" cy="0"/>
          <a:chOff x="0" y="0"/>
          <a:chExt cx="0" cy="0"/>
        </a:xfrm>
      </p:grpSpPr>
      <p:sp>
        <p:nvSpPr>
          <p:cNvPr id="420" name="Google Shape;420;p28"/>
          <p:cNvSpPr/>
          <p:nvPr/>
        </p:nvSpPr>
        <p:spPr>
          <a:xfrm>
            <a:off x="748567" y="1808800"/>
            <a:ext cx="52100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1" name="Google Shape;421;p28"/>
          <p:cNvSpPr/>
          <p:nvPr/>
        </p:nvSpPr>
        <p:spPr>
          <a:xfrm>
            <a:off x="647600" y="1698633"/>
            <a:ext cx="52100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2" name="Google Shape;422;p28"/>
          <p:cNvSpPr/>
          <p:nvPr/>
        </p:nvSpPr>
        <p:spPr>
          <a:xfrm>
            <a:off x="647600" y="1697800"/>
            <a:ext cx="52100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3" name="Google Shape;423;p28"/>
          <p:cNvSpPr/>
          <p:nvPr/>
        </p:nvSpPr>
        <p:spPr>
          <a:xfrm>
            <a:off x="960000"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4" name="Google Shape;424;p28"/>
          <p:cNvSpPr/>
          <p:nvPr/>
        </p:nvSpPr>
        <p:spPr>
          <a:xfrm>
            <a:off x="1207900"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5" name="Google Shape;425;p28"/>
          <p:cNvSpPr/>
          <p:nvPr/>
        </p:nvSpPr>
        <p:spPr>
          <a:xfrm>
            <a:off x="1455800"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6" name="Google Shape;426;p28"/>
          <p:cNvSpPr/>
          <p:nvPr/>
        </p:nvSpPr>
        <p:spPr>
          <a:xfrm>
            <a:off x="748567" y="614833"/>
            <a:ext cx="10896800" cy="921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7" name="Google Shape;427;p28"/>
          <p:cNvSpPr/>
          <p:nvPr/>
        </p:nvSpPr>
        <p:spPr>
          <a:xfrm>
            <a:off x="647600" y="504500"/>
            <a:ext cx="10896800" cy="921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8" name="Google Shape;428;p28"/>
          <p:cNvSpPr/>
          <p:nvPr/>
        </p:nvSpPr>
        <p:spPr>
          <a:xfrm>
            <a:off x="11074733" y="614833"/>
            <a:ext cx="314800" cy="314800"/>
          </a:xfrm>
          <a:prstGeom prst="mathMultiply">
            <a:avLst>
              <a:gd name="adj1" fmla="val 19282"/>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9" name="Google Shape;429;p28"/>
          <p:cNvSpPr/>
          <p:nvPr/>
        </p:nvSpPr>
        <p:spPr>
          <a:xfrm>
            <a:off x="6435367" y="1808800"/>
            <a:ext cx="5210000" cy="45552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0" name="Google Shape;430;p28"/>
          <p:cNvSpPr/>
          <p:nvPr/>
        </p:nvSpPr>
        <p:spPr>
          <a:xfrm>
            <a:off x="6334400" y="1698633"/>
            <a:ext cx="5210000" cy="45552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1" name="Google Shape;431;p28"/>
          <p:cNvSpPr/>
          <p:nvPr/>
        </p:nvSpPr>
        <p:spPr>
          <a:xfrm>
            <a:off x="6334400" y="1697800"/>
            <a:ext cx="5210000" cy="3672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2" name="Google Shape;432;p28"/>
          <p:cNvSpPr/>
          <p:nvPr/>
        </p:nvSpPr>
        <p:spPr>
          <a:xfrm>
            <a:off x="6646800" y="1817200"/>
            <a:ext cx="128400" cy="128400"/>
          </a:xfrm>
          <a:prstGeom prst="ellipse">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3" name="Google Shape;433;p28"/>
          <p:cNvSpPr/>
          <p:nvPr/>
        </p:nvSpPr>
        <p:spPr>
          <a:xfrm>
            <a:off x="6894700" y="1817200"/>
            <a:ext cx="128400" cy="128400"/>
          </a:xfrm>
          <a:prstGeom prst="ellipse">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4" name="Google Shape;434;p28"/>
          <p:cNvSpPr/>
          <p:nvPr/>
        </p:nvSpPr>
        <p:spPr>
          <a:xfrm>
            <a:off x="7142600" y="1817200"/>
            <a:ext cx="128400" cy="128400"/>
          </a:xfrm>
          <a:prstGeom prst="ellipse">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16293597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54"/>
        <p:cNvGrpSpPr/>
        <p:nvPr/>
      </p:nvGrpSpPr>
      <p:grpSpPr>
        <a:xfrm>
          <a:off x="0" y="0"/>
          <a:ext cx="0" cy="0"/>
          <a:chOff x="0" y="0"/>
          <a:chExt cx="0" cy="0"/>
        </a:xfrm>
      </p:grpSpPr>
    </p:spTree>
    <p:extLst>
      <p:ext uri="{BB962C8B-B14F-4D97-AF65-F5344CB8AC3E}">
        <p14:creationId xmlns:p14="http://schemas.microsoft.com/office/powerpoint/2010/main" val="871485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theme" Target="../theme/theme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20" Type="http://schemas.openxmlformats.org/officeDocument/2006/relationships/slideLayout" Target="../slideLayouts/slideLayout32.xml"/><Relationship Id="rId41"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6" Type="http://schemas.openxmlformats.org/officeDocument/2006/relationships/image" Target="../media/image5.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theme" Target="../theme/theme4.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6CAD52-DA28-4E78-92DA-C35A0DBEE03A}" type="datetimeFigureOut">
              <a:rPr lang="en-US" smtClean="0"/>
              <a:t>6/16/2026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91C6A2-2CF9-4222-B8D2-FCFCE1CCE6CC}" type="slidenum">
              <a:rPr lang="en-US" smtClean="0"/>
              <a:t>‹#›</a:t>
            </a:fld>
            <a:endParaRPr lang="en-US"/>
          </a:p>
        </p:txBody>
      </p:sp>
    </p:spTree>
    <p:extLst>
      <p:ext uri="{BB962C8B-B14F-4D97-AF65-F5344CB8AC3E}">
        <p14:creationId xmlns:p14="http://schemas.microsoft.com/office/powerpoint/2010/main" val="39086789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74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76144-3494-48F5-912E-6FE667D29BB8}"/>
              </a:ext>
            </a:extLst>
          </p:cNvPr>
          <p:cNvSpPr>
            <a:spLocks noGrp="1"/>
          </p:cNvSpPr>
          <p:nvPr>
            <p:ph type="title"/>
          </p:nvPr>
        </p:nvSpPr>
        <p:spPr>
          <a:xfrm>
            <a:off x="381000" y="228601"/>
            <a:ext cx="11430000" cy="685799"/>
          </a:xfrm>
          <a:prstGeom prst="rect">
            <a:avLst/>
          </a:prstGeom>
        </p:spPr>
        <p:txBody>
          <a:bodyPr vert="horz" lIns="91440" tIns="45720" rIns="91440" bIns="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212797A-0E14-474C-848E-06912870ADC7}"/>
              </a:ext>
            </a:extLst>
          </p:cNvPr>
          <p:cNvSpPr>
            <a:spLocks noGrp="1"/>
          </p:cNvSpPr>
          <p:nvPr>
            <p:ph type="body" idx="1"/>
          </p:nvPr>
        </p:nvSpPr>
        <p:spPr>
          <a:xfrm>
            <a:off x="381000" y="1143000"/>
            <a:ext cx="11430000" cy="5257800"/>
          </a:xfrm>
          <a:prstGeom prst="rect">
            <a:avLst/>
          </a:prstGeom>
        </p:spPr>
        <p:txBody>
          <a:bodyPr vert="horz"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2A217E-6DDA-4383-B366-A0FA149DB968}"/>
              </a:ext>
            </a:extLst>
          </p:cNvPr>
          <p:cNvSpPr>
            <a:spLocks noGrp="1"/>
          </p:cNvSpPr>
          <p:nvPr>
            <p:ph type="dt" sz="half" idx="2"/>
          </p:nvPr>
        </p:nvSpPr>
        <p:spPr>
          <a:xfrm>
            <a:off x="381000" y="6629400"/>
            <a:ext cx="1371600" cy="114300"/>
          </a:xfrm>
          <a:prstGeom prst="rect">
            <a:avLst/>
          </a:prstGeom>
        </p:spPr>
        <p:txBody>
          <a:bodyPr vert="horz" lIns="91440" tIns="91440" rIns="91440" bIns="91440" rtlCol="0" anchor="ctr" anchorCtr="0"/>
          <a:lstStyle>
            <a:lvl1pPr algn="l">
              <a:defRPr sz="1200">
                <a:solidFill>
                  <a:schemeClr val="tx1"/>
                </a:solidFill>
              </a:defRPr>
            </a:lvl1pPr>
          </a:lstStyle>
          <a:p>
            <a:fld id="{5958763E-B898-436D-883D-03711491D54A}" type="datetimeFigureOut">
              <a:rPr lang="en-US" smtClean="0"/>
              <a:pPr/>
              <a:t>6/16/2026</a:t>
            </a:fld>
            <a:endParaRPr lang="en-US" dirty="0"/>
          </a:p>
        </p:txBody>
      </p:sp>
      <p:sp>
        <p:nvSpPr>
          <p:cNvPr id="5" name="Footer Placeholder 4">
            <a:extLst>
              <a:ext uri="{FF2B5EF4-FFF2-40B4-BE49-F238E27FC236}">
                <a16:creationId xmlns:a16="http://schemas.microsoft.com/office/drawing/2014/main" id="{6DCE200A-1E68-4329-B3DC-2AB4387CCDA1}"/>
              </a:ext>
            </a:extLst>
          </p:cNvPr>
          <p:cNvSpPr>
            <a:spLocks noGrp="1"/>
          </p:cNvSpPr>
          <p:nvPr>
            <p:ph type="ftr" sz="quarter" idx="3"/>
          </p:nvPr>
        </p:nvSpPr>
        <p:spPr>
          <a:xfrm>
            <a:off x="2209800" y="6629401"/>
            <a:ext cx="7772400" cy="114300"/>
          </a:xfrm>
          <a:prstGeom prst="rect">
            <a:avLst/>
          </a:prstGeom>
        </p:spPr>
        <p:txBody>
          <a:bodyPr vert="horz" lIns="91440" tIns="91440" rIns="91440" bIns="91440" rtlCol="0" anchor="ctr" anchorCtr="0"/>
          <a:lstStyle>
            <a:lvl1pPr algn="ct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CB1512A-0CCA-42A8-A940-F6DF060CCBDF}"/>
              </a:ext>
            </a:extLst>
          </p:cNvPr>
          <p:cNvSpPr>
            <a:spLocks noGrp="1"/>
          </p:cNvSpPr>
          <p:nvPr>
            <p:ph type="sldNum" sz="quarter" idx="4"/>
          </p:nvPr>
        </p:nvSpPr>
        <p:spPr>
          <a:xfrm>
            <a:off x="10439400" y="6629400"/>
            <a:ext cx="1371600" cy="114299"/>
          </a:xfrm>
          <a:prstGeom prst="rect">
            <a:avLst/>
          </a:prstGeom>
        </p:spPr>
        <p:txBody>
          <a:bodyPr vert="horz" lIns="91440" tIns="91440" rIns="91440" bIns="91440" rtlCol="0" anchor="ctr" anchorCtr="0"/>
          <a:lstStyle>
            <a:lvl1pPr algn="r">
              <a:defRPr sz="1200">
                <a:solidFill>
                  <a:schemeClr val="tx1"/>
                </a:solidFill>
              </a:defRPr>
            </a:lvl1pPr>
          </a:lstStyle>
          <a:p>
            <a:fld id="{C15D44F4-F215-4E77-8A37-E5924A9890F9}" type="slidenum">
              <a:rPr lang="en-US" smtClean="0"/>
              <a:pPr/>
              <a:t>‹#›</a:t>
            </a:fld>
            <a:endParaRPr lang="en-US"/>
          </a:p>
        </p:txBody>
      </p:sp>
    </p:spTree>
    <p:extLst>
      <p:ext uri="{BB962C8B-B14F-4D97-AF65-F5344CB8AC3E}">
        <p14:creationId xmlns:p14="http://schemas.microsoft.com/office/powerpoint/2010/main" val="208966916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 id="2147483733" r:id="rId37"/>
    <p:sldLayoutId id="2147483734" r:id="rId38"/>
    <p:sldLayoutId id="2147483735" r:id="rId39"/>
    <p:sldLayoutId id="2147483736" r:id="rId40"/>
    <p:sldLayoutId id="2147483737" r:id="rId41"/>
    <p:sldLayoutId id="2147483738" r:id="rId42"/>
    <p:sldLayoutId id="2147483739" r:id="rId43"/>
    <p:sldLayoutId id="2147483740" r:id="rId44"/>
  </p:sldLayoutIdLst>
  <p:transition>
    <p:fade/>
  </p:transition>
  <p:txStyles>
    <p:titleStyle>
      <a:lvl1pPr algn="l" defTabSz="914400" rtl="0" eaLnBrk="1" latinLnBrk="0" hangingPunct="1">
        <a:lnSpc>
          <a:spcPct val="90000"/>
        </a:lnSpc>
        <a:spcBef>
          <a:spcPct val="0"/>
        </a:spcBef>
        <a:buNone/>
        <a:defRPr sz="3200" b="1" kern="1200" cap="none" baseline="0">
          <a:solidFill>
            <a:schemeClr val="tx1"/>
          </a:solidFill>
          <a:latin typeface="+mj-lt"/>
          <a:ea typeface="+mj-ea"/>
          <a:cs typeface="+mj-cs"/>
        </a:defRPr>
      </a:lvl1pPr>
    </p:titleStyle>
    <p:bodyStyle>
      <a:lvl1pPr marL="173736" indent="-173736"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2800" kern="1200">
          <a:solidFill>
            <a:schemeClr val="tx1"/>
          </a:solidFill>
          <a:latin typeface="+mn-lt"/>
          <a:ea typeface="+mn-ea"/>
          <a:cs typeface="+mn-cs"/>
        </a:defRPr>
      </a:lvl1pPr>
      <a:lvl2pPr marL="568325" indent="-222250"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2400" kern="1200">
          <a:solidFill>
            <a:schemeClr val="tx1"/>
          </a:solidFill>
          <a:latin typeface="+mn-lt"/>
          <a:ea typeface="+mn-ea"/>
          <a:cs typeface="+mn-cs"/>
        </a:defRPr>
      </a:lvl2pPr>
      <a:lvl3pPr marL="914400" indent="-231775"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2000" kern="1200">
          <a:solidFill>
            <a:schemeClr val="tx1"/>
          </a:solidFill>
          <a:latin typeface="+mn-lt"/>
          <a:ea typeface="+mn-ea"/>
          <a:cs typeface="+mn-cs"/>
        </a:defRPr>
      </a:lvl3pPr>
      <a:lvl4pPr marL="1260475" indent="-230188"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4pPr>
      <a:lvl5pPr marL="1539875" indent="-220663"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2160">
          <p15:clr>
            <a:srgbClr val="F26B43"/>
          </p15:clr>
        </p15:guide>
        <p15:guide id="20" pos="3840">
          <p15:clr>
            <a:srgbClr val="F26B43"/>
          </p15:clr>
        </p15:guide>
        <p15:guide id="21" orient="horz" pos="144">
          <p15:clr>
            <a:srgbClr val="F26B43"/>
          </p15:clr>
        </p15:guide>
        <p15:guide id="22" orient="horz" pos="4176">
          <p15:clr>
            <a:srgbClr val="F26B43"/>
          </p15:clr>
        </p15:guide>
        <p15:guide id="23" pos="240">
          <p15:clr>
            <a:srgbClr val="F26B43"/>
          </p15:clr>
        </p15:guide>
        <p15:guide id="24" pos="74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960000" y="1536633"/>
            <a:ext cx="10272000" cy="45552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1pPr>
            <a:lvl2pPr marL="914400" lvl="1"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2pPr>
            <a:lvl3pPr marL="1371600" lvl="2"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3pPr>
            <a:lvl4pPr marL="1828800" lvl="3"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4pPr>
            <a:lvl5pPr marL="2286000" lvl="4"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5pPr>
            <a:lvl6pPr marL="2743200" lvl="5"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6pPr>
            <a:lvl7pPr marL="3200400" lvl="6"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7pPr>
            <a:lvl8pPr marL="3657600" lvl="7"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8pPr>
            <a:lvl9pPr marL="4114800" lvl="8"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9pPr>
          </a:lstStyle>
          <a:p>
            <a:endParaRPr/>
          </a:p>
        </p:txBody>
      </p:sp>
    </p:spTree>
    <p:extLst>
      <p:ext uri="{BB962C8B-B14F-4D97-AF65-F5344CB8AC3E}">
        <p14:creationId xmlns:p14="http://schemas.microsoft.com/office/powerpoint/2010/main" val="195246008"/>
      </p:ext>
    </p:extLst>
  </p:cSld>
  <p:clrMap bg1="lt1" tx1="dk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b="1">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960000" y="1536633"/>
            <a:ext cx="10272000" cy="45552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1pPr>
            <a:lvl2pPr marL="914400" lvl="1"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2pPr>
            <a:lvl3pPr marL="1371600" lvl="2"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3pPr>
            <a:lvl4pPr marL="1828800" lvl="3"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4pPr>
            <a:lvl5pPr marL="2286000" lvl="4"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5pPr>
            <a:lvl6pPr marL="2743200" lvl="5"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6pPr>
            <a:lvl7pPr marL="3200400" lvl="6"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7pPr>
            <a:lvl8pPr marL="3657600" lvl="7"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8pPr>
            <a:lvl9pPr marL="4114800" lvl="8" indent="-330200">
              <a:lnSpc>
                <a:spcPct val="100000"/>
              </a:lnSpc>
              <a:spcBef>
                <a:spcPts val="0"/>
              </a:spcBef>
              <a:spcAft>
                <a:spcPts val="0"/>
              </a:spcAft>
              <a:buClr>
                <a:schemeClr val="dk1"/>
              </a:buClr>
              <a:buSzPts val="1600"/>
              <a:buFont typeface="Miriam Libre"/>
              <a:buChar char="■"/>
              <a:defRPr sz="1600">
                <a:solidFill>
                  <a:schemeClr val="dk1"/>
                </a:solidFill>
                <a:latin typeface="Miriam Libre"/>
                <a:ea typeface="Miriam Libre"/>
                <a:cs typeface="Miriam Libre"/>
                <a:sym typeface="Miriam Libre"/>
              </a:defRPr>
            </a:lvl9pPr>
          </a:lstStyle>
          <a:p>
            <a:endParaRPr/>
          </a:p>
        </p:txBody>
      </p:sp>
    </p:spTree>
    <p:extLst>
      <p:ext uri="{BB962C8B-B14F-4D97-AF65-F5344CB8AC3E}">
        <p14:creationId xmlns:p14="http://schemas.microsoft.com/office/powerpoint/2010/main" val="2203583182"/>
      </p:ext>
    </p:extLst>
  </p:cSld>
  <p:clrMap bg1="lt1" tx1="dk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9.xml"/><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58.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4.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5.svg"/><Relationship Id="rId4" Type="http://schemas.openxmlformats.org/officeDocument/2006/relationships/hyperlink" Target="mailto:techoutreach@hyland.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hyperlink" Target="mailto:joseph.maxwell@hyland.com"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8.svg"/><Relationship Id="rId4" Type="http://schemas.openxmlformats.org/officeDocument/2006/relationships/hyperlink" Target="mailto:techoutreach@hyland.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hyperlink" Target="https://myhub.hyland.com/"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8A8A-4C09-7F9A-EB2A-EB5E877E9775}"/>
              </a:ext>
            </a:extLst>
          </p:cNvPr>
          <p:cNvSpPr>
            <a:spLocks noGrp="1"/>
          </p:cNvSpPr>
          <p:nvPr>
            <p:ph type="ctrTitle"/>
          </p:nvPr>
        </p:nvSpPr>
        <p:spPr>
          <a:xfrm>
            <a:off x="0" y="1122363"/>
            <a:ext cx="12192000" cy="2387600"/>
          </a:xfrm>
        </p:spPr>
        <p:txBody>
          <a:bodyPr/>
          <a:lstStyle/>
          <a:p>
            <a:r>
              <a:rPr lang="en-US" dirty="0"/>
              <a:t>Hyland x PEEKE Internship 2026</a:t>
            </a:r>
          </a:p>
        </p:txBody>
      </p:sp>
      <p:sp>
        <p:nvSpPr>
          <p:cNvPr id="3" name="Subtitle 2">
            <a:extLst>
              <a:ext uri="{FF2B5EF4-FFF2-40B4-BE49-F238E27FC236}">
                <a16:creationId xmlns:a16="http://schemas.microsoft.com/office/drawing/2014/main" id="{16FDD527-07D6-378F-63C7-48A7228485C1}"/>
              </a:ext>
            </a:extLst>
          </p:cNvPr>
          <p:cNvSpPr>
            <a:spLocks noGrp="1"/>
          </p:cNvSpPr>
          <p:nvPr>
            <p:ph type="subTitle" idx="1"/>
          </p:nvPr>
        </p:nvSpPr>
        <p:spPr/>
        <p:txBody>
          <a:bodyPr/>
          <a:lstStyle/>
          <a:p>
            <a:r>
              <a:rPr lang="en-US" dirty="0">
                <a:solidFill>
                  <a:srgbClr val="333333"/>
                </a:solidFill>
                <a:highlight>
                  <a:srgbClr val="FFFFFF"/>
                </a:highlight>
                <a:latin typeface="Inter" panose="02000503000000020004" pitchFamily="2" charset="0"/>
              </a:rPr>
              <a:t>Welcome!</a:t>
            </a:r>
            <a:endParaRPr lang="en-US" dirty="0"/>
          </a:p>
        </p:txBody>
      </p:sp>
    </p:spTree>
    <p:extLst>
      <p:ext uri="{BB962C8B-B14F-4D97-AF65-F5344CB8AC3E}">
        <p14:creationId xmlns:p14="http://schemas.microsoft.com/office/powerpoint/2010/main" val="1822262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587B-6D0C-5F85-B3BC-79A0D8F50B0C}"/>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C1783865-185C-87B8-84A2-C29ECF3CEE13}"/>
              </a:ext>
            </a:extLst>
          </p:cNvPr>
          <p:cNvSpPr>
            <a:spLocks noGrp="1"/>
          </p:cNvSpPr>
          <p:nvPr>
            <p:ph idx="1"/>
          </p:nvPr>
        </p:nvSpPr>
        <p:spPr/>
        <p:txBody>
          <a:bodyPr/>
          <a:lstStyle/>
          <a:p>
            <a:pPr marL="342900" indent="-342900">
              <a:buFont typeface="Arial" panose="020B0604020202020204" pitchFamily="34" charset="0"/>
              <a:buChar char="•"/>
            </a:pPr>
            <a:r>
              <a:rPr lang="en-US" dirty="0"/>
              <a:t>Introductions</a:t>
            </a:r>
          </a:p>
          <a:p>
            <a:pPr marL="342900" indent="-342900">
              <a:buFont typeface="Arial" panose="020B0604020202020204" pitchFamily="34" charset="0"/>
              <a:buChar char="•"/>
            </a:pPr>
            <a:r>
              <a:rPr lang="en-US" dirty="0"/>
              <a:t>Today’s Agenda</a:t>
            </a:r>
          </a:p>
          <a:p>
            <a:pPr marL="342900" indent="-342900">
              <a:buFont typeface="Arial" panose="020B0604020202020204" pitchFamily="34" charset="0"/>
              <a:buChar char="•"/>
            </a:pPr>
            <a:r>
              <a:rPr lang="en-US" dirty="0"/>
              <a:t>Things You Need To Know</a:t>
            </a:r>
          </a:p>
          <a:p>
            <a:pPr marL="342900" indent="-342900">
              <a:buFont typeface="Arial" panose="020B0604020202020204" pitchFamily="34" charset="0"/>
              <a:buChar char="•"/>
            </a:pPr>
            <a:r>
              <a:rPr lang="en-US" dirty="0"/>
              <a:t>Photos</a:t>
            </a:r>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D9755262-1F99-5AE4-F8C6-8D70189AD1C5}"/>
              </a:ext>
            </a:extLst>
          </p:cNvPr>
          <p:cNvSpPr>
            <a:spLocks noGrp="1"/>
          </p:cNvSpPr>
          <p:nvPr>
            <p:ph type="body" sz="half" idx="2"/>
          </p:nvPr>
        </p:nvSpPr>
        <p:spPr/>
        <p:txBody>
          <a:body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00067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F35A1-C251-0BD2-EF2F-AAAE12FD17A4}"/>
              </a:ext>
            </a:extLst>
          </p:cNvPr>
          <p:cNvSpPr>
            <a:spLocks noGrp="1"/>
          </p:cNvSpPr>
          <p:nvPr>
            <p:ph type="ctrTitle"/>
          </p:nvPr>
        </p:nvSpPr>
        <p:spPr/>
        <p:txBody>
          <a:bodyPr/>
          <a:lstStyle/>
          <a:p>
            <a:r>
              <a:rPr lang="en-US" dirty="0"/>
              <a:t>Introductions</a:t>
            </a:r>
          </a:p>
        </p:txBody>
      </p:sp>
      <p:sp>
        <p:nvSpPr>
          <p:cNvPr id="3" name="Subtitle 2">
            <a:extLst>
              <a:ext uri="{FF2B5EF4-FFF2-40B4-BE49-F238E27FC236}">
                <a16:creationId xmlns:a16="http://schemas.microsoft.com/office/drawing/2014/main" id="{FACB781B-A161-774E-2DCA-A227BA53D26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3541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D604B-9A6F-54CF-5B3F-40120A109A46}"/>
              </a:ext>
            </a:extLst>
          </p:cNvPr>
          <p:cNvSpPr>
            <a:spLocks noGrp="1"/>
          </p:cNvSpPr>
          <p:nvPr>
            <p:ph type="title"/>
          </p:nvPr>
        </p:nvSpPr>
        <p:spPr>
          <a:xfrm>
            <a:off x="1524" y="0"/>
            <a:ext cx="11023590" cy="1138773"/>
          </a:xfrm>
        </p:spPr>
        <p:txBody>
          <a:bodyPr wrap="square" anchor="ctr">
            <a:normAutofit/>
          </a:bodyPr>
          <a:lstStyle/>
          <a:p>
            <a:r>
              <a:rPr lang="en-US" dirty="0"/>
              <a:t>Joseph Maxwell – Instructional Designer </a:t>
            </a:r>
          </a:p>
        </p:txBody>
      </p:sp>
      <p:pic>
        <p:nvPicPr>
          <p:cNvPr id="7" name="Picture 6" descr="A child playing a ukulele&#10;&#10;Description automatically generated">
            <a:extLst>
              <a:ext uri="{FF2B5EF4-FFF2-40B4-BE49-F238E27FC236}">
                <a16:creationId xmlns:a16="http://schemas.microsoft.com/office/drawing/2014/main" id="{2C2FD5CF-B9C6-A4C5-4373-4AE9915870E3}"/>
              </a:ext>
            </a:extLst>
          </p:cNvPr>
          <p:cNvPicPr>
            <a:picLocks noChangeAspect="1"/>
          </p:cNvPicPr>
          <p:nvPr/>
        </p:nvPicPr>
        <p:blipFill>
          <a:blip r:embed="rId2"/>
          <a:stretch>
            <a:fillRect/>
          </a:stretch>
        </p:blipFill>
        <p:spPr>
          <a:xfrm>
            <a:off x="306729" y="3812892"/>
            <a:ext cx="2743200" cy="2752845"/>
          </a:xfrm>
          <a:prstGeom prst="rect">
            <a:avLst/>
          </a:prstGeom>
          <a:solidFill>
            <a:srgbClr val="FFFFFF">
              <a:shade val="85000"/>
            </a:srgbClr>
          </a:solidFill>
          <a:ln w="28575" cap="sq">
            <a:solidFill>
              <a:schemeClr val="accent1"/>
            </a:solidFill>
            <a:miter lim="800000"/>
          </a:ln>
          <a:effectLst/>
          <a:scene3d>
            <a:camera prst="orthographicFront"/>
            <a:lightRig rig="twoPt" dir="t">
              <a:rot lat="0" lon="0" rev="7200000"/>
            </a:lightRig>
          </a:scene3d>
          <a:sp3d>
            <a:bevelT w="25400" h="19050"/>
            <a:contourClr>
              <a:srgbClr val="FFFFFF"/>
            </a:contourClr>
          </a:sp3d>
        </p:spPr>
      </p:pic>
      <p:pic>
        <p:nvPicPr>
          <p:cNvPr id="2" name="Picture 1" descr="Northeastern University Common Data Set">
            <a:extLst>
              <a:ext uri="{FF2B5EF4-FFF2-40B4-BE49-F238E27FC236}">
                <a16:creationId xmlns:a16="http://schemas.microsoft.com/office/drawing/2014/main" id="{C4018BDB-5608-F712-40E1-2B958F671653}"/>
              </a:ext>
            </a:extLst>
          </p:cNvPr>
          <p:cNvPicPr>
            <a:picLocks noChangeAspect="1"/>
          </p:cNvPicPr>
          <p:nvPr/>
        </p:nvPicPr>
        <p:blipFill rotWithShape="1">
          <a:blip r:embed="rId3"/>
          <a:srcRect r="401" b="20893"/>
          <a:stretch/>
        </p:blipFill>
        <p:spPr>
          <a:xfrm>
            <a:off x="306728" y="1416451"/>
            <a:ext cx="4795330" cy="2878305"/>
          </a:xfrm>
          <a:prstGeom prst="rect">
            <a:avLst/>
          </a:prstGeom>
          <a:solidFill>
            <a:srgbClr val="FFFFFF">
              <a:shade val="85000"/>
            </a:srgbClr>
          </a:solidFill>
          <a:ln w="28575" cap="sq">
            <a:solidFill>
              <a:schemeClr val="accent1"/>
            </a:solidFill>
            <a:miter lim="800000"/>
          </a:ln>
          <a:effectLst/>
          <a:scene3d>
            <a:camera prst="orthographicFront"/>
            <a:lightRig rig="twoPt" dir="t">
              <a:rot lat="0" lon="0" rev="7200000"/>
            </a:lightRig>
          </a:scene3d>
          <a:sp3d>
            <a:bevelT w="25400" h="19050"/>
            <a:contourClr>
              <a:srgbClr val="FFFFFF"/>
            </a:contourClr>
          </a:sp3d>
        </p:spPr>
      </p:pic>
      <p:pic>
        <p:nvPicPr>
          <p:cNvPr id="5" name="Picture 4" descr="A group of people posing for a photo&#10;&#10;Description automatically generated">
            <a:extLst>
              <a:ext uri="{FF2B5EF4-FFF2-40B4-BE49-F238E27FC236}">
                <a16:creationId xmlns:a16="http://schemas.microsoft.com/office/drawing/2014/main" id="{921B3B9B-4563-4296-1E6A-BA0363D1912C}"/>
              </a:ext>
            </a:extLst>
          </p:cNvPr>
          <p:cNvPicPr>
            <a:picLocks noChangeAspect="1"/>
          </p:cNvPicPr>
          <p:nvPr/>
        </p:nvPicPr>
        <p:blipFill rotWithShape="1">
          <a:blip r:embed="rId4"/>
          <a:srcRect l="194" t="33910" r="749" b="10973"/>
          <a:stretch/>
        </p:blipFill>
        <p:spPr>
          <a:xfrm>
            <a:off x="3048712" y="4300113"/>
            <a:ext cx="5434691" cy="2267922"/>
          </a:xfrm>
          <a:prstGeom prst="rect">
            <a:avLst/>
          </a:prstGeom>
          <a:solidFill>
            <a:srgbClr val="FFFFFF">
              <a:shade val="85000"/>
            </a:srgbClr>
          </a:solidFill>
          <a:ln w="28575" cap="sq">
            <a:solidFill>
              <a:schemeClr val="accent1"/>
            </a:solidFill>
            <a:miter lim="800000"/>
          </a:ln>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34BCF10A-1494-5153-E2A6-DC74DE7D346F}"/>
              </a:ext>
            </a:extLst>
          </p:cNvPr>
          <p:cNvPicPr>
            <a:picLocks noChangeAspect="1"/>
          </p:cNvPicPr>
          <p:nvPr/>
        </p:nvPicPr>
        <p:blipFill rotWithShape="1">
          <a:blip r:embed="rId5">
            <a:extLst>
              <a:ext uri="{28A0092B-C50C-407E-A947-70E740481C1C}">
                <a14:useLocalDpi xmlns:a14="http://schemas.microsoft.com/office/drawing/2010/main" val="0"/>
              </a:ext>
            </a:extLst>
          </a:blip>
          <a:srcRect t="18257" b="18257"/>
          <a:stretch/>
        </p:blipFill>
        <p:spPr>
          <a:xfrm>
            <a:off x="5099483" y="1415832"/>
            <a:ext cx="3392075" cy="2872666"/>
          </a:xfrm>
          <a:prstGeom prst="rect">
            <a:avLst/>
          </a:prstGeom>
          <a:solidFill>
            <a:srgbClr val="FFFFFF">
              <a:shade val="85000"/>
            </a:srgbClr>
          </a:solidFill>
          <a:ln w="28575" cap="sq">
            <a:solidFill>
              <a:schemeClr val="accent1"/>
            </a:solidFill>
            <a:miter lim="800000"/>
          </a:ln>
          <a:effectLst/>
          <a:scene3d>
            <a:camera prst="orthographicFront"/>
            <a:lightRig rig="twoPt" dir="t">
              <a:rot lat="0" lon="0" rev="7200000"/>
            </a:lightRig>
          </a:scene3d>
          <a:sp3d>
            <a:bevelT w="25400" h="19050"/>
            <a:contourClr>
              <a:srgbClr val="FFFFFF"/>
            </a:contourClr>
          </a:sp3d>
        </p:spPr>
      </p:pic>
      <p:sp>
        <p:nvSpPr>
          <p:cNvPr id="6" name="Rectangle 5">
            <a:extLst>
              <a:ext uri="{FF2B5EF4-FFF2-40B4-BE49-F238E27FC236}">
                <a16:creationId xmlns:a16="http://schemas.microsoft.com/office/drawing/2014/main" id="{26F4F070-8E2D-68FC-200A-BCDC3B8785AC}"/>
              </a:ext>
            </a:extLst>
          </p:cNvPr>
          <p:cNvSpPr/>
          <p:nvPr/>
        </p:nvSpPr>
        <p:spPr bwMode="auto">
          <a:xfrm>
            <a:off x="8831483" y="1418862"/>
            <a:ext cx="3065359" cy="618558"/>
          </a:xfrm>
          <a:prstGeom prst="rect">
            <a:avLst/>
          </a:prstGeom>
          <a:solidFill>
            <a:schemeClr val="accent4"/>
          </a:solidFill>
          <a:ln w="28575">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a:ea typeface="Segoe UI" pitchFamily="34" charset="0"/>
                <a:cs typeface="Segoe UI"/>
              </a:rPr>
              <a:t>I grew up in Hawaii</a:t>
            </a: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Arial" panose="020B0604020202020204"/>
            </a:endParaRPr>
          </a:p>
        </p:txBody>
      </p:sp>
      <p:sp>
        <p:nvSpPr>
          <p:cNvPr id="10" name="Rectangle 9">
            <a:extLst>
              <a:ext uri="{FF2B5EF4-FFF2-40B4-BE49-F238E27FC236}">
                <a16:creationId xmlns:a16="http://schemas.microsoft.com/office/drawing/2014/main" id="{C922D936-3F9C-4E0A-20F7-778237EAE752}"/>
              </a:ext>
            </a:extLst>
          </p:cNvPr>
          <p:cNvSpPr/>
          <p:nvPr/>
        </p:nvSpPr>
        <p:spPr bwMode="auto">
          <a:xfrm>
            <a:off x="8819236" y="2290045"/>
            <a:ext cx="3064702" cy="872647"/>
          </a:xfrm>
          <a:prstGeom prst="rect">
            <a:avLst/>
          </a:prstGeom>
          <a:solidFill>
            <a:schemeClr val="accent5"/>
          </a:solidFill>
          <a:ln w="28575">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auto"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a:ea typeface="+mn-ea"/>
                <a:cs typeface="Arial"/>
              </a:rPr>
              <a:t>I majored in Computer Science at Northeastern University</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Arial"/>
            </a:endParaRPr>
          </a:p>
        </p:txBody>
      </p:sp>
      <p:sp>
        <p:nvSpPr>
          <p:cNvPr id="11" name="Rectangle 10">
            <a:extLst>
              <a:ext uri="{FF2B5EF4-FFF2-40B4-BE49-F238E27FC236}">
                <a16:creationId xmlns:a16="http://schemas.microsoft.com/office/drawing/2014/main" id="{2136B2B8-A5BD-4387-7B44-44E8CA352D25}"/>
              </a:ext>
            </a:extLst>
          </p:cNvPr>
          <p:cNvSpPr/>
          <p:nvPr/>
        </p:nvSpPr>
        <p:spPr bwMode="auto">
          <a:xfrm>
            <a:off x="8826413" y="3424564"/>
            <a:ext cx="3064701" cy="1592894"/>
          </a:xfrm>
          <a:prstGeom prst="rect">
            <a:avLst/>
          </a:prstGeom>
          <a:solidFill>
            <a:schemeClr val="accent1">
              <a:lumMod val="75000"/>
              <a:lumOff val="25000"/>
            </a:schemeClr>
          </a:solidFill>
          <a:ln w="28575">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Arial"/>
                <a:cs typeface="Arial"/>
              </a:rPr>
              <a:t>I started at Hyland in 2016​</a:t>
            </a:r>
            <a:endParaRPr kumimoji="0" lang="en-US" sz="1600" b="0" i="0" u="none" strike="noStrike" kern="1200" cap="none" spc="0" normalizeH="0" baseline="0" noProof="0" dirty="0">
              <a:ln>
                <a:noFill/>
              </a:ln>
              <a:solidFill>
                <a:srgbClr val="FFFFFF"/>
              </a:solidFill>
              <a:effectLst/>
              <a:uLnTx/>
              <a:uFillTx/>
              <a:latin typeface="Arial" panose="020B0604020202020204"/>
              <a:ea typeface="Arial"/>
              <a:cs typeface="Segoe UI"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Arial"/>
                <a:cs typeface="Arial"/>
              </a:rPr>
              <a:t>(and transitioned from Software Developer to Tech Outreach Team Member in 2018)</a:t>
            </a:r>
            <a:endParaRPr kumimoji="0" lang="en-US" sz="1600" b="0" i="0" u="none" strike="noStrike" kern="1200" cap="none" spc="0" normalizeH="0" baseline="0" noProof="0" dirty="0">
              <a:ln>
                <a:noFill/>
              </a:ln>
              <a:solidFill>
                <a:srgbClr val="FFFFFF"/>
              </a:solidFill>
              <a:effectLst/>
              <a:uLnTx/>
              <a:uFillTx/>
              <a:latin typeface="Arial" panose="020B0604020202020204"/>
              <a:ea typeface="Segoe UI" pitchFamily="34" charset="0"/>
              <a:cs typeface="Segoe UI" pitchFamily="34" charset="0"/>
            </a:endParaRPr>
          </a:p>
        </p:txBody>
      </p:sp>
      <p:sp>
        <p:nvSpPr>
          <p:cNvPr id="12" name="Rectangle 11">
            <a:extLst>
              <a:ext uri="{FF2B5EF4-FFF2-40B4-BE49-F238E27FC236}">
                <a16:creationId xmlns:a16="http://schemas.microsoft.com/office/drawing/2014/main" id="{07E6C4AA-CD3D-8852-8F32-AAAD7AD5718E}"/>
              </a:ext>
            </a:extLst>
          </p:cNvPr>
          <p:cNvSpPr/>
          <p:nvPr/>
        </p:nvSpPr>
        <p:spPr bwMode="auto">
          <a:xfrm>
            <a:off x="8833588" y="5279328"/>
            <a:ext cx="3043826" cy="1290182"/>
          </a:xfrm>
          <a:prstGeom prst="rect">
            <a:avLst/>
          </a:prstGeom>
          <a:solidFill>
            <a:schemeClr val="accent3"/>
          </a:solidFill>
          <a:ln w="28575">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32472" rtl="0" eaLnBrk="1" fontAlgn="auto"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191C1A"/>
                </a:solidFill>
                <a:effectLst/>
                <a:uLnTx/>
                <a:uFillTx/>
                <a:latin typeface="Arial" panose="020B0604020202020204"/>
                <a:ea typeface="+mn-ea"/>
                <a:cs typeface="Arial"/>
              </a:rPr>
              <a:t>I live in Lakewood with my wife Ali and our two daughters Rosemary (2) and Louise (0)</a:t>
            </a:r>
            <a:endParaRPr kumimoji="0" lang="en-US" sz="1800" b="0" i="0" u="none" strike="noStrike" kern="1200" cap="none" spc="0" normalizeH="0" baseline="0" noProof="0" dirty="0">
              <a:ln>
                <a:noFill/>
              </a:ln>
              <a:solidFill>
                <a:srgbClr val="191C1A"/>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312616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358D0B62-8CA5-7EC3-EDEE-B3DD9980CF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6757" y="-1"/>
            <a:ext cx="5175244"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7746972-8F22-B9FF-4AC8-65FACA854B2C}"/>
              </a:ext>
            </a:extLst>
          </p:cNvPr>
          <p:cNvSpPr txBox="1"/>
          <p:nvPr/>
        </p:nvSpPr>
        <p:spPr>
          <a:xfrm>
            <a:off x="804909" y="580007"/>
            <a:ext cx="10866268" cy="748988"/>
          </a:xfrm>
          <a:prstGeom prst="rect">
            <a:avLst/>
          </a:prstGeom>
          <a:noFill/>
        </p:spPr>
        <p:txBody>
          <a:bodyPr wrap="square" rtlCol="0">
            <a:spAutoFit/>
          </a:bodyPr>
          <a:lstStyle/>
          <a:p>
            <a:pPr defTabSz="1219170">
              <a:buClr>
                <a:srgbClr val="000000"/>
              </a:buClr>
            </a:pPr>
            <a:r>
              <a:rPr lang="en-US" sz="4267" b="1" kern="0" dirty="0">
                <a:solidFill>
                  <a:srgbClr val="000000"/>
                </a:solidFill>
                <a:latin typeface="Director"/>
                <a:cs typeface="Arial"/>
                <a:sym typeface="Arial"/>
              </a:rPr>
              <a:t>About Hyland</a:t>
            </a:r>
          </a:p>
        </p:txBody>
      </p:sp>
      <p:sp>
        <p:nvSpPr>
          <p:cNvPr id="3" name="TextBox 2">
            <a:extLst>
              <a:ext uri="{FF2B5EF4-FFF2-40B4-BE49-F238E27FC236}">
                <a16:creationId xmlns:a16="http://schemas.microsoft.com/office/drawing/2014/main" id="{34D625B8-152E-1C48-78EB-D99C7061D6AE}"/>
              </a:ext>
            </a:extLst>
          </p:cNvPr>
          <p:cNvSpPr txBox="1"/>
          <p:nvPr/>
        </p:nvSpPr>
        <p:spPr>
          <a:xfrm>
            <a:off x="923277" y="1845018"/>
            <a:ext cx="4354077" cy="461665"/>
          </a:xfrm>
          <a:prstGeom prst="rect">
            <a:avLst/>
          </a:prstGeom>
          <a:noFill/>
        </p:spPr>
        <p:txBody>
          <a:bodyPr wrap="none" rtlCol="0">
            <a:spAutoFit/>
          </a:bodyPr>
          <a:lstStyle/>
          <a:p>
            <a:pPr defTabSz="1219170">
              <a:buClr>
                <a:srgbClr val="000000"/>
              </a:buClr>
            </a:pPr>
            <a:r>
              <a:rPr lang="en-US" sz="2400" kern="0" dirty="0">
                <a:solidFill>
                  <a:srgbClr val="000000"/>
                </a:solidFill>
                <a:latin typeface="Inter"/>
                <a:cs typeface="Arial"/>
                <a:sym typeface="Arial"/>
              </a:rPr>
              <a:t>Hyland was founded in 1991.</a:t>
            </a:r>
          </a:p>
        </p:txBody>
      </p:sp>
      <p:sp>
        <p:nvSpPr>
          <p:cNvPr id="4" name="TextBox 3">
            <a:extLst>
              <a:ext uri="{FF2B5EF4-FFF2-40B4-BE49-F238E27FC236}">
                <a16:creationId xmlns:a16="http://schemas.microsoft.com/office/drawing/2014/main" id="{56F7CCBD-EB99-0612-0268-362E6455F8FD}"/>
              </a:ext>
            </a:extLst>
          </p:cNvPr>
          <p:cNvSpPr txBox="1"/>
          <p:nvPr/>
        </p:nvSpPr>
        <p:spPr>
          <a:xfrm>
            <a:off x="916329" y="2409257"/>
            <a:ext cx="4758432" cy="830997"/>
          </a:xfrm>
          <a:prstGeom prst="rect">
            <a:avLst/>
          </a:prstGeom>
          <a:noFill/>
        </p:spPr>
        <p:txBody>
          <a:bodyPr wrap="square" rtlCol="0">
            <a:spAutoFit/>
          </a:bodyPr>
          <a:lstStyle/>
          <a:p>
            <a:pPr defTabSz="1219170">
              <a:buClr>
                <a:srgbClr val="000000"/>
              </a:buClr>
            </a:pPr>
            <a:r>
              <a:rPr lang="en-US" sz="2400" b="1" kern="0" dirty="0">
                <a:solidFill>
                  <a:srgbClr val="000000"/>
                </a:solidFill>
                <a:latin typeface="Inter"/>
                <a:cs typeface="Arial"/>
                <a:sym typeface="Arial"/>
              </a:rPr>
              <a:t>OnBase</a:t>
            </a:r>
            <a:r>
              <a:rPr lang="en-US" sz="2400" kern="0" dirty="0">
                <a:solidFill>
                  <a:srgbClr val="000000"/>
                </a:solidFill>
                <a:latin typeface="Inter"/>
                <a:cs typeface="Arial"/>
                <a:sym typeface="Arial"/>
              </a:rPr>
              <a:t> is the flagship product of Hyland’s portfolio.</a:t>
            </a:r>
          </a:p>
        </p:txBody>
      </p:sp>
      <p:pic>
        <p:nvPicPr>
          <p:cNvPr id="3074" name="Picture 2">
            <a:extLst>
              <a:ext uri="{FF2B5EF4-FFF2-40B4-BE49-F238E27FC236}">
                <a16:creationId xmlns:a16="http://schemas.microsoft.com/office/drawing/2014/main" id="{AB75FF58-3658-0BF7-4D9F-4038A27640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3533" y="0"/>
            <a:ext cx="6358467"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71AE18-FC89-ECBE-DD2D-8FAAB29B0131}"/>
              </a:ext>
            </a:extLst>
          </p:cNvPr>
          <p:cNvSpPr txBox="1"/>
          <p:nvPr/>
        </p:nvSpPr>
        <p:spPr>
          <a:xfrm>
            <a:off x="916331" y="4282971"/>
            <a:ext cx="4758432" cy="830997"/>
          </a:xfrm>
          <a:prstGeom prst="rect">
            <a:avLst/>
          </a:prstGeom>
          <a:noFill/>
        </p:spPr>
        <p:txBody>
          <a:bodyPr wrap="square" rtlCol="0">
            <a:spAutoFit/>
          </a:bodyPr>
          <a:lstStyle/>
          <a:p>
            <a:pPr defTabSz="1219170">
              <a:buClr>
                <a:srgbClr val="000000"/>
              </a:buClr>
            </a:pPr>
            <a:r>
              <a:rPr lang="en-US" sz="2400" kern="0" dirty="0">
                <a:solidFill>
                  <a:srgbClr val="000000"/>
                </a:solidFill>
                <a:latin typeface="Inter"/>
                <a:cs typeface="Arial"/>
                <a:sym typeface="Arial"/>
              </a:rPr>
              <a:t>This is what the OnBase website looked like in the 90s.</a:t>
            </a:r>
          </a:p>
        </p:txBody>
      </p:sp>
      <p:sp>
        <p:nvSpPr>
          <p:cNvPr id="7" name="TextBox 6">
            <a:extLst>
              <a:ext uri="{FF2B5EF4-FFF2-40B4-BE49-F238E27FC236}">
                <a16:creationId xmlns:a16="http://schemas.microsoft.com/office/drawing/2014/main" id="{45AB1600-163F-6A11-6342-CE6CC0B1DCC3}"/>
              </a:ext>
            </a:extLst>
          </p:cNvPr>
          <p:cNvSpPr txBox="1"/>
          <p:nvPr/>
        </p:nvSpPr>
        <p:spPr>
          <a:xfrm>
            <a:off x="916329" y="3342829"/>
            <a:ext cx="4758432" cy="830997"/>
          </a:xfrm>
          <a:prstGeom prst="rect">
            <a:avLst/>
          </a:prstGeom>
          <a:noFill/>
        </p:spPr>
        <p:txBody>
          <a:bodyPr wrap="square" rtlCol="0">
            <a:spAutoFit/>
          </a:bodyPr>
          <a:lstStyle/>
          <a:p>
            <a:pPr defTabSz="1219170">
              <a:buClr>
                <a:srgbClr val="000000"/>
              </a:buClr>
            </a:pPr>
            <a:r>
              <a:rPr lang="en-US" sz="2400" kern="0" dirty="0">
                <a:solidFill>
                  <a:srgbClr val="000000"/>
                </a:solidFill>
                <a:latin typeface="Inter"/>
                <a:cs typeface="Arial"/>
                <a:sym typeface="Arial"/>
              </a:rPr>
              <a:t>Hyland helps organizations manage all their content.</a:t>
            </a:r>
          </a:p>
        </p:txBody>
      </p:sp>
    </p:spTree>
    <p:extLst>
      <p:ext uri="{BB962C8B-B14F-4D97-AF65-F5344CB8AC3E}">
        <p14:creationId xmlns:p14="http://schemas.microsoft.com/office/powerpoint/2010/main" val="372064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FBDDB31-3D07-1898-AD40-669BB23CA7F3}"/>
              </a:ext>
            </a:extLst>
          </p:cNvPr>
          <p:cNvSpPr>
            <a:spLocks noGrp="1"/>
          </p:cNvSpPr>
          <p:nvPr>
            <p:ph type="subTitle" idx="4294967295"/>
          </p:nvPr>
        </p:nvSpPr>
        <p:spPr>
          <a:xfrm>
            <a:off x="1361018" y="5041900"/>
            <a:ext cx="10830983" cy="958851"/>
          </a:xfrm>
        </p:spPr>
        <p:txBody>
          <a:bodyPr anchor="ctr"/>
          <a:lstStyle/>
          <a:p>
            <a:pPr marL="127000" indent="0">
              <a:buNone/>
            </a:pPr>
            <a:r>
              <a:rPr lang="en-US" sz="3733" spc="667" dirty="0">
                <a:latin typeface="Director" pitchFamily="2" charset="0"/>
                <a:ea typeface="Director" pitchFamily="2" charset="0"/>
              </a:rPr>
              <a:t>About Tech Outreach</a:t>
            </a:r>
          </a:p>
        </p:txBody>
      </p:sp>
      <p:graphicFrame>
        <p:nvGraphicFramePr>
          <p:cNvPr id="8" name="Table 7">
            <a:extLst>
              <a:ext uri="{FF2B5EF4-FFF2-40B4-BE49-F238E27FC236}">
                <a16:creationId xmlns:a16="http://schemas.microsoft.com/office/drawing/2014/main" id="{F274E54F-DECB-4175-DC4D-0ED5A0021D69}"/>
              </a:ext>
            </a:extLst>
          </p:cNvPr>
          <p:cNvGraphicFramePr>
            <a:graphicFrameLocks noGrp="1"/>
          </p:cNvGraphicFramePr>
          <p:nvPr>
            <p:extLst>
              <p:ext uri="{D42A27DB-BD31-4B8C-83A1-F6EECF244321}">
                <p14:modId xmlns:p14="http://schemas.microsoft.com/office/powerpoint/2010/main" val="1888583400"/>
              </p:ext>
            </p:extLst>
          </p:nvPr>
        </p:nvGraphicFramePr>
        <p:xfrm>
          <a:off x="698376" y="414293"/>
          <a:ext cx="10830755" cy="4282552"/>
        </p:xfrm>
        <a:graphic>
          <a:graphicData uri="http://schemas.openxmlformats.org/drawingml/2006/table">
            <a:tbl>
              <a:tblPr firstRow="1" bandRow="1"/>
              <a:tblGrid>
                <a:gridCol w="2746160">
                  <a:extLst>
                    <a:ext uri="{9D8B030D-6E8A-4147-A177-3AD203B41FA5}">
                      <a16:colId xmlns:a16="http://schemas.microsoft.com/office/drawing/2014/main" val="2872942081"/>
                    </a:ext>
                  </a:extLst>
                </a:gridCol>
                <a:gridCol w="3030244">
                  <a:extLst>
                    <a:ext uri="{9D8B030D-6E8A-4147-A177-3AD203B41FA5}">
                      <a16:colId xmlns:a16="http://schemas.microsoft.com/office/drawing/2014/main" val="3198381500"/>
                    </a:ext>
                  </a:extLst>
                </a:gridCol>
                <a:gridCol w="2777171">
                  <a:extLst>
                    <a:ext uri="{9D8B030D-6E8A-4147-A177-3AD203B41FA5}">
                      <a16:colId xmlns:a16="http://schemas.microsoft.com/office/drawing/2014/main" val="1414070902"/>
                    </a:ext>
                  </a:extLst>
                </a:gridCol>
                <a:gridCol w="2277180">
                  <a:extLst>
                    <a:ext uri="{9D8B030D-6E8A-4147-A177-3AD203B41FA5}">
                      <a16:colId xmlns:a16="http://schemas.microsoft.com/office/drawing/2014/main" val="3896798967"/>
                    </a:ext>
                  </a:extLst>
                </a:gridCol>
              </a:tblGrid>
              <a:tr h="833936">
                <a:tc rowSpan="3">
                  <a:txBody>
                    <a:bodyPr/>
                    <a:lstStyle/>
                    <a:p>
                      <a:pPr algn="ctr"/>
                      <a:r>
                        <a:rPr lang="en-US" sz="2000" dirty="0">
                          <a:latin typeface="Inter" panose="02000503000000020004" pitchFamily="2" charset="0"/>
                          <a:ea typeface="Inter" panose="02000503000000020004" pitchFamily="2" charset="0"/>
                        </a:rPr>
                        <a:t>We offer a </a:t>
                      </a:r>
                      <a:r>
                        <a:rPr lang="en-US" sz="2000" b="1" dirty="0">
                          <a:latin typeface="Inter" panose="02000503000000020004" pitchFamily="2" charset="0"/>
                          <a:ea typeface="Inter" panose="02000503000000020004" pitchFamily="2" charset="0"/>
                        </a:rPr>
                        <a:t>variety of free programs</a:t>
                      </a:r>
                      <a:r>
                        <a:rPr lang="en-US" sz="2000" dirty="0">
                          <a:latin typeface="Inter" panose="02000503000000020004" pitchFamily="2" charset="0"/>
                          <a:ea typeface="Inter" panose="02000503000000020004" pitchFamily="2" charset="0"/>
                        </a:rPr>
                        <a:t> to teach kids about various tech topics. Such as:</a:t>
                      </a:r>
                    </a:p>
                    <a:p>
                      <a:pPr algn="ctr"/>
                      <a:endParaRPr lang="en-US" sz="2000" dirty="0">
                        <a:latin typeface="Inter" panose="02000503000000020004" pitchFamily="2" charset="0"/>
                        <a:ea typeface="Inter" panose="02000503000000020004" pitchFamily="2" charset="0"/>
                      </a:endParaRPr>
                    </a:p>
                    <a:p>
                      <a:pPr marL="285750" indent="-285750" algn="l">
                        <a:buFont typeface="Arial" panose="020B0604020202020204" pitchFamily="34" charset="0"/>
                        <a:buChar char="•"/>
                      </a:pPr>
                      <a:r>
                        <a:rPr lang="en-US" sz="2000" dirty="0">
                          <a:latin typeface="Inter" panose="02000503000000020004" pitchFamily="2" charset="0"/>
                          <a:ea typeface="Inter" panose="02000503000000020004" pitchFamily="2" charset="0"/>
                        </a:rPr>
                        <a:t>Field trips</a:t>
                      </a:r>
                    </a:p>
                    <a:p>
                      <a:pPr marL="285750" indent="-285750" algn="l">
                        <a:buFont typeface="Arial" panose="020B0604020202020204" pitchFamily="34" charset="0"/>
                        <a:buChar char="•"/>
                      </a:pPr>
                      <a:r>
                        <a:rPr lang="en-US" sz="2000" dirty="0">
                          <a:latin typeface="Inter" panose="02000503000000020004" pitchFamily="2" charset="0"/>
                          <a:ea typeface="Inter" panose="02000503000000020004" pitchFamily="2" charset="0"/>
                        </a:rPr>
                        <a:t>Workshops</a:t>
                      </a:r>
                    </a:p>
                    <a:p>
                      <a:pPr marL="285750" indent="-285750" algn="l">
                        <a:buFont typeface="Arial" panose="020B0604020202020204" pitchFamily="34" charset="0"/>
                        <a:buChar char="•"/>
                      </a:pPr>
                      <a:r>
                        <a:rPr lang="en-US" sz="2000" dirty="0">
                          <a:latin typeface="Inter" panose="02000503000000020004" pitchFamily="2" charset="0"/>
                          <a:ea typeface="Inter" panose="02000503000000020004" pitchFamily="2" charset="0"/>
                        </a:rPr>
                        <a:t>Classroom visits</a:t>
                      </a:r>
                    </a:p>
                    <a:p>
                      <a:pPr marL="285750" indent="-285750" algn="l">
                        <a:buFont typeface="Arial" panose="020B0604020202020204" pitchFamily="34" charset="0"/>
                        <a:buChar char="•"/>
                      </a:pPr>
                      <a:r>
                        <a:rPr lang="en-US" sz="2000" dirty="0">
                          <a:latin typeface="Inter" panose="02000503000000020004" pitchFamily="2" charset="0"/>
                          <a:ea typeface="Inter" panose="02000503000000020004" pitchFamily="2" charset="0"/>
                        </a:rPr>
                        <a:t>And…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40000"/>
                        <a:lumOff val="60000"/>
                      </a:schemeClr>
                    </a:solidFill>
                  </a:tcPr>
                </a:tc>
                <a:tc>
                  <a:txBody>
                    <a:bodyPr/>
                    <a:lstStyle/>
                    <a:p>
                      <a:pPr algn="ctr"/>
                      <a:r>
                        <a:rPr lang="en-US" sz="2000" b="1" u="sng" dirty="0">
                          <a:latin typeface="Inter" panose="02000503000000020004" pitchFamily="2" charset="0"/>
                          <a:ea typeface="Inter" panose="02000503000000020004" pitchFamily="2" charset="0"/>
                        </a:rPr>
                        <a:t>Hackathons</a:t>
                      </a:r>
                    </a:p>
                    <a:p>
                      <a:pPr algn="ctr"/>
                      <a:r>
                        <a:rPr lang="en-US" sz="2000" b="0" i="1" u="none" dirty="0"/>
                        <a:t>And other competitions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rowSpan="2">
                  <a:txBody>
                    <a:bodyPr/>
                    <a:lstStyle/>
                    <a:p>
                      <a:pPr algn="ctr"/>
                      <a:endParaRPr lang="en-US" sz="2000" b="0" i="1" u="none" dirty="0"/>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a:stretch>
                    </a:blipFill>
                  </a:tcPr>
                </a:tc>
                <a:tc rowSpan="3">
                  <a:txBody>
                    <a:bodyPr/>
                    <a:lstStyle/>
                    <a:p>
                      <a:pPr algn="ctr"/>
                      <a:r>
                        <a:rPr lang="en-US" sz="2000" b="1" u="sng" dirty="0">
                          <a:latin typeface="Inter" panose="02000503000000020004" pitchFamily="2" charset="0"/>
                          <a:ea typeface="Inter" panose="02000503000000020004" pitchFamily="2" charset="0"/>
                        </a:rPr>
                        <a:t>Hy-Tech Club</a:t>
                      </a:r>
                      <a:endParaRPr lang="en-US" sz="2000" dirty="0">
                        <a:latin typeface="Inter" panose="02000503000000020004" pitchFamily="2" charset="0"/>
                        <a:ea typeface="Inter" panose="02000503000000020004" pitchFamily="2" charset="0"/>
                      </a:endParaRPr>
                    </a:p>
                    <a:p>
                      <a:pPr algn="ctr"/>
                      <a:r>
                        <a:rPr lang="en-US" sz="2000" dirty="0"/>
                        <a:t>Web 101</a:t>
                      </a:r>
                    </a:p>
                    <a:p>
                      <a:pPr algn="ctr"/>
                      <a:r>
                        <a:rPr lang="en-US" sz="2000" dirty="0"/>
                        <a:t>Web 102</a:t>
                      </a:r>
                    </a:p>
                    <a:p>
                      <a:pPr algn="ctr"/>
                      <a:r>
                        <a:rPr lang="en-US" sz="2000" dirty="0"/>
                        <a:t>Web 103</a:t>
                      </a:r>
                    </a:p>
                    <a:p>
                      <a:pPr algn="ctr"/>
                      <a:r>
                        <a:rPr lang="en-US" sz="2000" i="0" dirty="0"/>
                        <a:t>Capstone</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014348292"/>
                  </a:ext>
                </a:extLst>
              </a:tr>
              <a:tr h="1814285">
                <a:tc vMerge="1">
                  <a:txBody>
                    <a:bodyPr/>
                    <a:lstStyle/>
                    <a:p>
                      <a:endParaRPr lang="en-US"/>
                    </a:p>
                  </a:txBody>
                  <a:tcPr/>
                </a:tc>
                <a:tc rowSpan="2">
                  <a:txBody>
                    <a:bodyPr/>
                    <a:lstStyle/>
                    <a:p>
                      <a:pPr algn="ctr"/>
                      <a:endParaRPr lang="en-US" sz="2000" b="0" i="1" u="none" dirty="0"/>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a:stretch>
                    </a:blipFill>
                  </a:tcPr>
                </a:tc>
                <a:tc vMerge="1">
                  <a:txBody>
                    <a:bodyPr/>
                    <a:lstStyle/>
                    <a:p>
                      <a:pPr algn="ctr"/>
                      <a:endParaRPr lang="en-US" b="0" i="1" u="non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vMerge="1">
                  <a:txBody>
                    <a:bodyPr/>
                    <a:lstStyle/>
                    <a:p>
                      <a:endParaRPr lang="en-US"/>
                    </a:p>
                  </a:txBody>
                  <a:tcPr/>
                </a:tc>
                <a:extLst>
                  <a:ext uri="{0D108BD9-81ED-4DB2-BD59-A6C34878D82A}">
                    <a16:rowId xmlns:a16="http://schemas.microsoft.com/office/drawing/2014/main" val="1300211572"/>
                  </a:ext>
                </a:extLst>
              </a:tr>
              <a:tr h="873160">
                <a:tc vMerge="1">
                  <a:txBody>
                    <a:bodyPr/>
                    <a:lstStyle/>
                    <a:p>
                      <a:endParaRPr lang="en-US"/>
                    </a:p>
                  </a:txBody>
                  <a:tcPr/>
                </a:tc>
                <a:tc vMerge="1">
                  <a:txBody>
                    <a:bodyPr/>
                    <a:lstStyle/>
                    <a:p>
                      <a:pPr algn="ctr"/>
                      <a:endParaRPr lang="en-US" b="0" i="1" u="non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sz="2000" b="1" u="sng" dirty="0">
                          <a:latin typeface="Inter" panose="02000503000000020004" pitchFamily="2" charset="0"/>
                          <a:ea typeface="Inter" panose="02000503000000020004" pitchFamily="2" charset="0"/>
                        </a:rPr>
                        <a:t>Internships</a:t>
                      </a:r>
                    </a:p>
                    <a:p>
                      <a:pPr algn="ctr"/>
                      <a:r>
                        <a:rPr lang="en-US" sz="2000" b="0" u="none" dirty="0">
                          <a:latin typeface="Inter" panose="02000503000000020004" pitchFamily="2" charset="0"/>
                          <a:ea typeface="Inter" panose="02000503000000020004" pitchFamily="2" charset="0"/>
                        </a:rPr>
                        <a:t>⭐ you are here!</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vMerge="1">
                  <a:txBody>
                    <a:bodyPr/>
                    <a:lstStyle/>
                    <a:p>
                      <a:endParaRPr lang="en-US"/>
                    </a:p>
                  </a:txBody>
                  <a:tcPr/>
                </a:tc>
                <a:extLst>
                  <a:ext uri="{0D108BD9-81ED-4DB2-BD59-A6C34878D82A}">
                    <a16:rowId xmlns:a16="http://schemas.microsoft.com/office/drawing/2014/main" val="3535163327"/>
                  </a:ext>
                </a:extLst>
              </a:tr>
              <a:tr h="761171">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i="1" dirty="0">
                          <a:solidFill>
                            <a:schemeClr val="bg1"/>
                          </a:solidFill>
                          <a:latin typeface="Inter" panose="02000503000000020004" pitchFamily="2" charset="0"/>
                          <a:ea typeface="Inter" panose="02000503000000020004" pitchFamily="2" charset="0"/>
                        </a:rPr>
                        <a:t>Our mission is to empower our communities through computer science education.</a:t>
                      </a:r>
                      <a:endParaRPr lang="en-US" sz="2000" b="1" i="1" dirty="0">
                        <a:solidFill>
                          <a:schemeClr val="bg1"/>
                        </a:solidFil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i="1" dirty="0"/>
                    </a:p>
                  </a:txBody>
                  <a:tcPr anchor="ctr">
                    <a:solidFill>
                      <a:schemeClr val="accent6"/>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i="1" dirty="0"/>
                    </a:p>
                  </a:txBody>
                  <a:tcPr anchor="ctr">
                    <a:solidFill>
                      <a:schemeClr val="accent6"/>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i="1" dirty="0"/>
                    </a:p>
                  </a:txBody>
                  <a:tcPr anchor="ctr">
                    <a:solidFill>
                      <a:schemeClr val="accent6"/>
                    </a:solidFill>
                  </a:tcPr>
                </a:tc>
                <a:extLst>
                  <a:ext uri="{0D108BD9-81ED-4DB2-BD59-A6C34878D82A}">
                    <a16:rowId xmlns:a16="http://schemas.microsoft.com/office/drawing/2014/main" val="2416276420"/>
                  </a:ext>
                </a:extLst>
              </a:tr>
            </a:tbl>
          </a:graphicData>
        </a:graphic>
      </p:graphicFrame>
    </p:spTree>
    <p:extLst>
      <p:ext uri="{BB962C8B-B14F-4D97-AF65-F5344CB8AC3E}">
        <p14:creationId xmlns:p14="http://schemas.microsoft.com/office/powerpoint/2010/main" val="1664728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12A6E-A99C-59A9-7084-94DE885A7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71EFA-45AF-F7FE-FC84-CA9660523090}"/>
              </a:ext>
            </a:extLst>
          </p:cNvPr>
          <p:cNvSpPr>
            <a:spLocks noGrp="1"/>
          </p:cNvSpPr>
          <p:nvPr>
            <p:ph type="ctrTitle"/>
          </p:nvPr>
        </p:nvSpPr>
        <p:spPr/>
        <p:txBody>
          <a:bodyPr/>
          <a:lstStyle/>
          <a:p>
            <a:r>
              <a:rPr lang="en-US" dirty="0"/>
              <a:t>Today’s Agenda</a:t>
            </a:r>
          </a:p>
        </p:txBody>
      </p:sp>
      <p:sp>
        <p:nvSpPr>
          <p:cNvPr id="3" name="Subtitle 2">
            <a:extLst>
              <a:ext uri="{FF2B5EF4-FFF2-40B4-BE49-F238E27FC236}">
                <a16:creationId xmlns:a16="http://schemas.microsoft.com/office/drawing/2014/main" id="{7D0D654F-EE1F-43DA-2E98-F562252883F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60578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FFC5D-1905-0C62-C286-D26BD51257EE}"/>
              </a:ext>
            </a:extLst>
          </p:cNvPr>
          <p:cNvSpPr>
            <a:spLocks noGrp="1"/>
          </p:cNvSpPr>
          <p:nvPr>
            <p:ph type="title"/>
          </p:nvPr>
        </p:nvSpPr>
        <p:spPr/>
        <p:txBody>
          <a:bodyPr/>
          <a:lstStyle/>
          <a:p>
            <a:r>
              <a:rPr lang="en-US" dirty="0"/>
              <a:t>Today’s Agenda	</a:t>
            </a:r>
          </a:p>
        </p:txBody>
      </p:sp>
      <p:graphicFrame>
        <p:nvGraphicFramePr>
          <p:cNvPr id="4" name="Content Placeholder 3">
            <a:extLst>
              <a:ext uri="{FF2B5EF4-FFF2-40B4-BE49-F238E27FC236}">
                <a16:creationId xmlns:a16="http://schemas.microsoft.com/office/drawing/2014/main" id="{ABFAF722-C97F-3CD5-72C4-F5770906E7ED}"/>
              </a:ext>
            </a:extLst>
          </p:cNvPr>
          <p:cNvGraphicFramePr>
            <a:graphicFrameLocks noGrp="1"/>
          </p:cNvGraphicFramePr>
          <p:nvPr>
            <p:ph idx="1"/>
            <p:extLst>
              <p:ext uri="{D42A27DB-BD31-4B8C-83A1-F6EECF244321}">
                <p14:modId xmlns:p14="http://schemas.microsoft.com/office/powerpoint/2010/main" val="2544266653"/>
              </p:ext>
            </p:extLst>
          </p:nvPr>
        </p:nvGraphicFramePr>
        <p:xfrm>
          <a:off x="922282" y="1690688"/>
          <a:ext cx="10515600" cy="414528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3293292580"/>
                    </a:ext>
                  </a:extLst>
                </a:gridCol>
                <a:gridCol w="6781800">
                  <a:extLst>
                    <a:ext uri="{9D8B030D-6E8A-4147-A177-3AD203B41FA5}">
                      <a16:colId xmlns:a16="http://schemas.microsoft.com/office/drawing/2014/main" val="2559934326"/>
                    </a:ext>
                  </a:extLst>
                </a:gridCol>
              </a:tblGrid>
              <a:tr h="370840">
                <a:tc>
                  <a:txBody>
                    <a:bodyPr/>
                    <a:lstStyle/>
                    <a:p>
                      <a:r>
                        <a:rPr lang="en-US" sz="2800" dirty="0"/>
                        <a:t>Time</a:t>
                      </a:r>
                    </a:p>
                  </a:txBody>
                  <a:tcPr/>
                </a:tc>
                <a:tc>
                  <a:txBody>
                    <a:bodyPr/>
                    <a:lstStyle/>
                    <a:p>
                      <a:r>
                        <a:rPr lang="en-US" sz="2800" dirty="0"/>
                        <a:t>Activity</a:t>
                      </a:r>
                    </a:p>
                  </a:txBody>
                  <a:tcPr/>
                </a:tc>
                <a:extLst>
                  <a:ext uri="{0D108BD9-81ED-4DB2-BD59-A6C34878D82A}">
                    <a16:rowId xmlns:a16="http://schemas.microsoft.com/office/drawing/2014/main" val="1748001965"/>
                  </a:ext>
                </a:extLst>
              </a:tr>
              <a:tr h="370840">
                <a:tc>
                  <a:txBody>
                    <a:bodyPr/>
                    <a:lstStyle/>
                    <a:p>
                      <a:r>
                        <a:rPr lang="en-US" sz="2800" dirty="0"/>
                        <a:t>10-10:30a</a:t>
                      </a:r>
                    </a:p>
                  </a:txBody>
                  <a:tcPr>
                    <a:solidFill>
                      <a:schemeClr val="accent2"/>
                    </a:solidFill>
                  </a:tcPr>
                </a:tc>
                <a:tc>
                  <a:txBody>
                    <a:bodyPr/>
                    <a:lstStyle/>
                    <a:p>
                      <a:r>
                        <a:rPr lang="en-US" sz="2800" dirty="0"/>
                        <a:t>Welcome : - )</a:t>
                      </a:r>
                    </a:p>
                  </a:txBody>
                  <a:tcPr>
                    <a:solidFill>
                      <a:schemeClr val="accent2"/>
                    </a:solidFill>
                  </a:tcPr>
                </a:tc>
                <a:extLst>
                  <a:ext uri="{0D108BD9-81ED-4DB2-BD59-A6C34878D82A}">
                    <a16:rowId xmlns:a16="http://schemas.microsoft.com/office/drawing/2014/main" val="255919929"/>
                  </a:ext>
                </a:extLst>
              </a:tr>
              <a:tr h="370840">
                <a:tc>
                  <a:txBody>
                    <a:bodyPr/>
                    <a:lstStyle/>
                    <a:p>
                      <a:r>
                        <a:rPr lang="en-US" sz="2800" dirty="0"/>
                        <a:t>10:30-11a</a:t>
                      </a:r>
                    </a:p>
                  </a:txBody>
                  <a:tcPr/>
                </a:tc>
                <a:tc>
                  <a:txBody>
                    <a:bodyPr/>
                    <a:lstStyle/>
                    <a:p>
                      <a:r>
                        <a:rPr lang="en-US" sz="2800" dirty="0"/>
                        <a:t>Mini Tour</a:t>
                      </a:r>
                    </a:p>
                  </a:txBody>
                  <a:tcPr/>
                </a:tc>
                <a:extLst>
                  <a:ext uri="{0D108BD9-81ED-4DB2-BD59-A6C34878D82A}">
                    <a16:rowId xmlns:a16="http://schemas.microsoft.com/office/drawing/2014/main" val="315102135"/>
                  </a:ext>
                </a:extLst>
              </a:tr>
              <a:tr h="370840">
                <a:tc>
                  <a:txBody>
                    <a:bodyPr/>
                    <a:lstStyle/>
                    <a:p>
                      <a:r>
                        <a:rPr lang="en-US" sz="2800" dirty="0"/>
                        <a:t>11-11:30a</a:t>
                      </a:r>
                    </a:p>
                  </a:txBody>
                  <a:tcPr/>
                </a:tc>
                <a:tc>
                  <a:txBody>
                    <a:bodyPr/>
                    <a:lstStyle/>
                    <a:p>
                      <a:r>
                        <a:rPr lang="en-US" sz="2800" dirty="0"/>
                        <a:t>IS Setup</a:t>
                      </a:r>
                    </a:p>
                  </a:txBody>
                  <a:tcPr/>
                </a:tc>
                <a:extLst>
                  <a:ext uri="{0D108BD9-81ED-4DB2-BD59-A6C34878D82A}">
                    <a16:rowId xmlns:a16="http://schemas.microsoft.com/office/drawing/2014/main" val="2051049926"/>
                  </a:ext>
                </a:extLst>
              </a:tr>
              <a:tr h="370840">
                <a:tc>
                  <a:txBody>
                    <a:bodyPr/>
                    <a:lstStyle/>
                    <a:p>
                      <a:r>
                        <a:rPr lang="en-US" sz="2800" dirty="0"/>
                        <a:t>11:30-12:00p</a:t>
                      </a:r>
                    </a:p>
                  </a:txBody>
                  <a:tcPr/>
                </a:tc>
                <a:tc>
                  <a:txBody>
                    <a:bodyPr/>
                    <a:lstStyle/>
                    <a:p>
                      <a:r>
                        <a:rPr lang="en-US" sz="2800" dirty="0"/>
                        <a:t>Team Building Activity</a:t>
                      </a:r>
                    </a:p>
                  </a:txBody>
                  <a:tcPr/>
                </a:tc>
                <a:extLst>
                  <a:ext uri="{0D108BD9-81ED-4DB2-BD59-A6C34878D82A}">
                    <a16:rowId xmlns:a16="http://schemas.microsoft.com/office/drawing/2014/main" val="3275496944"/>
                  </a:ext>
                </a:extLst>
              </a:tr>
              <a:tr h="370840">
                <a:tc>
                  <a:txBody>
                    <a:bodyPr/>
                    <a:lstStyle/>
                    <a:p>
                      <a:r>
                        <a:rPr lang="en-US" sz="2800" dirty="0"/>
                        <a:t>12:00-12:30p</a:t>
                      </a:r>
                    </a:p>
                  </a:txBody>
                  <a:tcPr/>
                </a:tc>
                <a:tc>
                  <a:txBody>
                    <a:bodyPr/>
                    <a:lstStyle/>
                    <a:p>
                      <a:r>
                        <a:rPr lang="en-US" sz="2800" dirty="0"/>
                        <a:t>Lunch</a:t>
                      </a:r>
                    </a:p>
                  </a:txBody>
                  <a:tcPr/>
                </a:tc>
                <a:extLst>
                  <a:ext uri="{0D108BD9-81ED-4DB2-BD59-A6C34878D82A}">
                    <a16:rowId xmlns:a16="http://schemas.microsoft.com/office/drawing/2014/main" val="900689837"/>
                  </a:ext>
                </a:extLst>
              </a:tr>
              <a:tr h="370840">
                <a:tc>
                  <a:txBody>
                    <a:bodyPr/>
                    <a:lstStyle/>
                    <a:p>
                      <a:r>
                        <a:rPr lang="en-US" sz="2800" dirty="0"/>
                        <a:t>1-2p</a:t>
                      </a:r>
                    </a:p>
                  </a:txBody>
                  <a:tcPr/>
                </a:tc>
                <a:tc>
                  <a:txBody>
                    <a:bodyPr/>
                    <a:lstStyle/>
                    <a:p>
                      <a:r>
                        <a:rPr lang="en-US" sz="2800" dirty="0"/>
                        <a:t>Project Introduction</a:t>
                      </a:r>
                    </a:p>
                  </a:txBody>
                  <a:tcPr/>
                </a:tc>
                <a:extLst>
                  <a:ext uri="{0D108BD9-81ED-4DB2-BD59-A6C34878D82A}">
                    <a16:rowId xmlns:a16="http://schemas.microsoft.com/office/drawing/2014/main" val="4005425327"/>
                  </a:ext>
                </a:extLst>
              </a:tr>
              <a:tr h="370840">
                <a:tc>
                  <a:txBody>
                    <a:bodyPr/>
                    <a:lstStyle/>
                    <a:p>
                      <a:r>
                        <a:rPr lang="en-US" sz="2800" dirty="0"/>
                        <a:t>2-4p</a:t>
                      </a:r>
                    </a:p>
                  </a:txBody>
                  <a:tcPr/>
                </a:tc>
                <a:tc>
                  <a:txBody>
                    <a:bodyPr/>
                    <a:lstStyle/>
                    <a:p>
                      <a:r>
                        <a:rPr lang="en-US" sz="2800" dirty="0"/>
                        <a:t>Desk Time</a:t>
                      </a:r>
                    </a:p>
                  </a:txBody>
                  <a:tcPr/>
                </a:tc>
                <a:extLst>
                  <a:ext uri="{0D108BD9-81ED-4DB2-BD59-A6C34878D82A}">
                    <a16:rowId xmlns:a16="http://schemas.microsoft.com/office/drawing/2014/main" val="973790236"/>
                  </a:ext>
                </a:extLst>
              </a:tr>
            </a:tbl>
          </a:graphicData>
        </a:graphic>
      </p:graphicFrame>
    </p:spTree>
    <p:extLst>
      <p:ext uri="{BB962C8B-B14F-4D97-AF65-F5344CB8AC3E}">
        <p14:creationId xmlns:p14="http://schemas.microsoft.com/office/powerpoint/2010/main" val="1255644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3092B-C2FC-5012-5A9F-D4DF508F1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9ACD5-1096-0A85-A172-E7115E7D9FA9}"/>
              </a:ext>
            </a:extLst>
          </p:cNvPr>
          <p:cNvSpPr>
            <a:spLocks noGrp="1"/>
          </p:cNvSpPr>
          <p:nvPr>
            <p:ph type="ctrTitle"/>
          </p:nvPr>
        </p:nvSpPr>
        <p:spPr/>
        <p:txBody>
          <a:bodyPr/>
          <a:lstStyle/>
          <a:p>
            <a:r>
              <a:rPr lang="en-US" dirty="0"/>
              <a:t>Things You Need To Know</a:t>
            </a:r>
          </a:p>
        </p:txBody>
      </p:sp>
      <p:sp>
        <p:nvSpPr>
          <p:cNvPr id="3" name="Subtitle 2">
            <a:extLst>
              <a:ext uri="{FF2B5EF4-FFF2-40B4-BE49-F238E27FC236}">
                <a16:creationId xmlns:a16="http://schemas.microsoft.com/office/drawing/2014/main" id="{C0057057-BB98-2417-643C-FB54FF8E93E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63612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D604B-9A6F-54CF-5B3F-40120A109A46}"/>
              </a:ext>
            </a:extLst>
          </p:cNvPr>
          <p:cNvSpPr>
            <a:spLocks noGrp="1"/>
          </p:cNvSpPr>
          <p:nvPr>
            <p:ph type="title"/>
          </p:nvPr>
        </p:nvSpPr>
        <p:spPr>
          <a:xfrm>
            <a:off x="1524" y="0"/>
            <a:ext cx="11023590" cy="1138773"/>
          </a:xfrm>
        </p:spPr>
        <p:txBody>
          <a:bodyPr wrap="square" anchor="ctr">
            <a:normAutofit/>
          </a:bodyPr>
          <a:lstStyle/>
          <a:p>
            <a:r>
              <a:rPr lang="en-US" dirty="0"/>
              <a:t>THINGS TO REMEMBER</a:t>
            </a:r>
          </a:p>
        </p:txBody>
      </p:sp>
      <p:pic>
        <p:nvPicPr>
          <p:cNvPr id="10" name="Content Placeholder 9" descr="Mouse with solid fill">
            <a:extLst>
              <a:ext uri="{FF2B5EF4-FFF2-40B4-BE49-F238E27FC236}">
                <a16:creationId xmlns:a16="http://schemas.microsoft.com/office/drawing/2014/main" id="{5A8FD6CD-0763-8B9C-AB2E-7DFB275CEBAB}"/>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1991811" y="2192264"/>
            <a:ext cx="1422405" cy="1422405"/>
          </a:xfrm>
        </p:spPr>
      </p:pic>
      <p:sp>
        <p:nvSpPr>
          <p:cNvPr id="7" name="TextBox 6">
            <a:extLst>
              <a:ext uri="{FF2B5EF4-FFF2-40B4-BE49-F238E27FC236}">
                <a16:creationId xmlns:a16="http://schemas.microsoft.com/office/drawing/2014/main" id="{0E43BE9C-A98B-EDA9-1576-585E0B332D5D}"/>
              </a:ext>
            </a:extLst>
          </p:cNvPr>
          <p:cNvSpPr txBox="1"/>
          <p:nvPr/>
        </p:nvSpPr>
        <p:spPr>
          <a:xfrm>
            <a:off x="1099373" y="3996433"/>
            <a:ext cx="3457043" cy="615553"/>
          </a:xfrm>
          <a:prstGeom prst="rect">
            <a:avLst/>
          </a:prstGeom>
          <a:noFill/>
        </p:spPr>
        <p:txBody>
          <a:bodyPr wrap="square" lIns="91440" tIns="45720" rIns="91440" bIns="45720" rtlCol="0" anchor="t">
            <a:spAutoFit/>
          </a:bodyPr>
          <a:lstStyle/>
          <a:p>
            <a:pPr algn="ctr"/>
            <a:r>
              <a:rPr lang="en-US" b="1" dirty="0">
                <a:hlinkClick r:id="rId4"/>
              </a:rPr>
              <a:t>techoutreach@hyland.com</a:t>
            </a:r>
            <a:r>
              <a:rPr lang="en-US" b="1" dirty="0"/>
              <a:t> </a:t>
            </a:r>
          </a:p>
          <a:p>
            <a:pPr algn="ctr"/>
            <a:endParaRPr lang="en-US" sz="1600" dirty="0"/>
          </a:p>
        </p:txBody>
      </p:sp>
      <p:pic>
        <p:nvPicPr>
          <p:cNvPr id="14" name="Graphic 13" descr="Open envelope with solid fill">
            <a:extLst>
              <a:ext uri="{FF2B5EF4-FFF2-40B4-BE49-F238E27FC236}">
                <a16:creationId xmlns:a16="http://schemas.microsoft.com/office/drawing/2014/main" id="{1483A754-83EE-8362-FA23-ECBDDB7CBB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39100" y="2341695"/>
            <a:ext cx="1325252" cy="1325252"/>
          </a:xfrm>
          <a:prstGeom prst="rect">
            <a:avLst/>
          </a:prstGeom>
        </p:spPr>
      </p:pic>
      <p:cxnSp>
        <p:nvCxnSpPr>
          <p:cNvPr id="16" name="Straight Connector 15">
            <a:extLst>
              <a:ext uri="{FF2B5EF4-FFF2-40B4-BE49-F238E27FC236}">
                <a16:creationId xmlns:a16="http://schemas.microsoft.com/office/drawing/2014/main" id="{52C8F216-79D0-87BE-4D38-27D6D6DD8CB3}"/>
              </a:ext>
            </a:extLst>
          </p:cNvPr>
          <p:cNvCxnSpPr>
            <a:cxnSpLocks/>
          </p:cNvCxnSpPr>
          <p:nvPr/>
        </p:nvCxnSpPr>
        <p:spPr>
          <a:xfrm>
            <a:off x="5867400" y="2154789"/>
            <a:ext cx="0" cy="3121753"/>
          </a:xfrm>
          <a:prstGeom prst="line">
            <a:avLst/>
          </a:prstGeom>
          <a:ln w="12700">
            <a:solidFill>
              <a:srgbClr val="98989A"/>
            </a:solidFill>
            <a:miter lim="800000"/>
            <a:headEnd type="none"/>
            <a:tailEnd type="non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5EFBB24E-6033-C8C7-CA95-AF1A3EAE3684}"/>
              </a:ext>
            </a:extLst>
          </p:cNvPr>
          <p:cNvSpPr txBox="1"/>
          <p:nvPr/>
        </p:nvSpPr>
        <p:spPr>
          <a:xfrm>
            <a:off x="7178377" y="3946539"/>
            <a:ext cx="3046698" cy="923330"/>
          </a:xfrm>
          <a:prstGeom prst="rect">
            <a:avLst/>
          </a:prstGeom>
          <a:noFill/>
        </p:spPr>
        <p:txBody>
          <a:bodyPr wrap="square" rtlCol="0">
            <a:spAutoFit/>
          </a:bodyPr>
          <a:lstStyle/>
          <a:p>
            <a:pPr algn="ctr"/>
            <a:r>
              <a:rPr lang="en-US" b="1" dirty="0"/>
              <a:t>Your Email</a:t>
            </a:r>
          </a:p>
          <a:p>
            <a:pPr algn="ctr"/>
            <a:endParaRPr lang="en-US" dirty="0"/>
          </a:p>
          <a:p>
            <a:pPr algn="ctr"/>
            <a:r>
              <a:rPr lang="en-US" dirty="0"/>
              <a:t>First.Last@Hyland.com</a:t>
            </a:r>
          </a:p>
        </p:txBody>
      </p:sp>
    </p:spTree>
    <p:extLst>
      <p:ext uri="{BB962C8B-B14F-4D97-AF65-F5344CB8AC3E}">
        <p14:creationId xmlns:p14="http://schemas.microsoft.com/office/powerpoint/2010/main" val="342471069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D604B-9A6F-54CF-5B3F-40120A109A46}"/>
              </a:ext>
            </a:extLst>
          </p:cNvPr>
          <p:cNvSpPr>
            <a:spLocks noGrp="1"/>
          </p:cNvSpPr>
          <p:nvPr>
            <p:ph type="title"/>
          </p:nvPr>
        </p:nvSpPr>
        <p:spPr>
          <a:xfrm>
            <a:off x="0" y="0"/>
            <a:ext cx="11023590" cy="1138773"/>
          </a:xfrm>
        </p:spPr>
        <p:txBody>
          <a:bodyPr wrap="square" anchor="ctr">
            <a:normAutofit/>
          </a:bodyPr>
          <a:lstStyle/>
          <a:p>
            <a:r>
              <a:rPr lang="en-US" sz="3600" dirty="0"/>
              <a:t>WORK SCHEDULE</a:t>
            </a:r>
          </a:p>
        </p:txBody>
      </p:sp>
      <p:sp>
        <p:nvSpPr>
          <p:cNvPr id="8" name="Content Placeholder 2">
            <a:extLst>
              <a:ext uri="{FF2B5EF4-FFF2-40B4-BE49-F238E27FC236}">
                <a16:creationId xmlns:a16="http://schemas.microsoft.com/office/drawing/2014/main" id="{6EEE7441-3386-39CA-7F1B-2AAAC02817DC}"/>
              </a:ext>
            </a:extLst>
          </p:cNvPr>
          <p:cNvSpPr txBox="1">
            <a:spLocks/>
          </p:cNvSpPr>
          <p:nvPr/>
        </p:nvSpPr>
        <p:spPr>
          <a:xfrm>
            <a:off x="1180483" y="4045184"/>
            <a:ext cx="4133141" cy="3667495"/>
          </a:xfrm>
          <a:prstGeom prst="rect">
            <a:avLst/>
          </a:prstGeom>
        </p:spPr>
        <p:txBody>
          <a:bodyPr vert="horz" lIns="68580" tIns="68580" rIns="68580" bIns="68580" rtlCol="0">
            <a:normAutofit/>
          </a:bodyPr>
          <a:lstStyle>
            <a:lvl1pPr marL="228600" indent="-228600" algn="l" defTabSz="914400" rtl="0" eaLnBrk="1" latinLnBrk="0" hangingPunct="1">
              <a:lnSpc>
                <a:spcPct val="100000"/>
              </a:lnSpc>
              <a:spcBef>
                <a:spcPts val="0"/>
              </a:spcBef>
              <a:spcAft>
                <a:spcPts val="1200"/>
              </a:spcAft>
              <a:buClr>
                <a:schemeClr val="accent3"/>
              </a:buClr>
              <a:buSzPct val="80000"/>
              <a:buFont typeface="Wingdings" panose="05000000000000000000" pitchFamily="2" charset="2"/>
              <a:buChar char="§"/>
              <a:defRPr sz="2800" kern="1200">
                <a:solidFill>
                  <a:schemeClr val="tx1"/>
                </a:solidFill>
                <a:latin typeface="+mn-lt"/>
                <a:ea typeface="+mn-ea"/>
                <a:cs typeface="+mn-cs"/>
              </a:defRPr>
            </a:lvl1pPr>
            <a:lvl2pPr marL="568325" indent="-222250" algn="l" defTabSz="914400" rtl="0" eaLnBrk="1" latinLnBrk="0" hangingPunct="1">
              <a:lnSpc>
                <a:spcPct val="100000"/>
              </a:lnSpc>
              <a:spcBef>
                <a:spcPts val="0"/>
              </a:spcBef>
              <a:spcAft>
                <a:spcPts val="1200"/>
              </a:spcAft>
              <a:buClr>
                <a:schemeClr val="accent2"/>
              </a:buClr>
              <a:buFont typeface="Arial" panose="020B0604020202020204" pitchFamily="34" charset="0"/>
              <a:buChar char="•"/>
              <a:defRPr sz="2400" kern="1200">
                <a:solidFill>
                  <a:schemeClr val="tx1"/>
                </a:solidFill>
                <a:latin typeface="+mn-lt"/>
                <a:ea typeface="+mn-ea"/>
                <a:cs typeface="+mn-cs"/>
              </a:defRPr>
            </a:lvl2pPr>
            <a:lvl3pPr marL="914400" indent="-231775"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2000" kern="1200">
                <a:solidFill>
                  <a:schemeClr val="tx1"/>
                </a:solidFill>
                <a:latin typeface="+mn-lt"/>
                <a:ea typeface="+mn-ea"/>
                <a:cs typeface="+mn-cs"/>
              </a:defRPr>
            </a:lvl3pPr>
            <a:lvl4pPr marL="1260475" indent="-230188"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1539875" indent="-220663"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spcAft>
                <a:spcPts val="900"/>
              </a:spcAft>
              <a:buClr>
                <a:srgbClr val="98989A"/>
              </a:buClr>
              <a:buNone/>
            </a:pPr>
            <a:r>
              <a:rPr lang="en-US" sz="3600" b="1" dirty="0">
                <a:latin typeface="Arial" panose="020B0604020202020204"/>
              </a:rPr>
              <a:t>Lunches</a:t>
            </a:r>
          </a:p>
          <a:p>
            <a:pPr marL="0" indent="0" algn="ctr" defTabSz="685800">
              <a:spcAft>
                <a:spcPts val="900"/>
              </a:spcAft>
              <a:buClr>
                <a:srgbClr val="98989A"/>
              </a:buClr>
              <a:buNone/>
            </a:pPr>
            <a:r>
              <a:rPr lang="en-US" sz="3200" dirty="0">
                <a:latin typeface="Arial" panose="020B0604020202020204"/>
              </a:rPr>
              <a:t>30-minute lunch break – </a:t>
            </a:r>
            <a:r>
              <a:rPr lang="en-US" sz="3200" b="1" dirty="0">
                <a:latin typeface="Arial" panose="020B0604020202020204"/>
              </a:rPr>
              <a:t>paid</a:t>
            </a:r>
          </a:p>
        </p:txBody>
      </p:sp>
      <p:sp>
        <p:nvSpPr>
          <p:cNvPr id="9" name="Content Placeholder 2">
            <a:extLst>
              <a:ext uri="{FF2B5EF4-FFF2-40B4-BE49-F238E27FC236}">
                <a16:creationId xmlns:a16="http://schemas.microsoft.com/office/drawing/2014/main" id="{03AC9B42-10F4-3410-2D9B-709F2349CE0F}"/>
              </a:ext>
            </a:extLst>
          </p:cNvPr>
          <p:cNvSpPr>
            <a:spLocks noGrp="1"/>
          </p:cNvSpPr>
          <p:nvPr>
            <p:ph idx="1"/>
          </p:nvPr>
        </p:nvSpPr>
        <p:spPr>
          <a:xfrm>
            <a:off x="6419142" y="4037462"/>
            <a:ext cx="3925715" cy="2820538"/>
          </a:xfrm>
        </p:spPr>
        <p:txBody>
          <a:bodyPr>
            <a:normAutofit/>
          </a:bodyPr>
          <a:lstStyle/>
          <a:p>
            <a:pPr marL="0" indent="0" algn="ctr">
              <a:buNone/>
            </a:pPr>
            <a:r>
              <a:rPr lang="en-US" sz="3600" b="1" dirty="0"/>
              <a:t>Breaks</a:t>
            </a:r>
          </a:p>
          <a:p>
            <a:pPr marL="0" indent="0" algn="ctr">
              <a:buClr>
                <a:srgbClr val="98989A"/>
              </a:buClr>
              <a:buNone/>
            </a:pPr>
            <a:r>
              <a:rPr lang="en-US" sz="3200" dirty="0"/>
              <a:t>Two 20-minute breaks – </a:t>
            </a:r>
            <a:r>
              <a:rPr lang="en-US" sz="3200" b="1" dirty="0"/>
              <a:t>paid</a:t>
            </a:r>
          </a:p>
        </p:txBody>
      </p:sp>
      <p:pic>
        <p:nvPicPr>
          <p:cNvPr id="13" name="Graphic 12" descr="Lunch Box with solid fill">
            <a:extLst>
              <a:ext uri="{FF2B5EF4-FFF2-40B4-BE49-F238E27FC236}">
                <a16:creationId xmlns:a16="http://schemas.microsoft.com/office/drawing/2014/main" id="{918C63B1-C372-7779-6999-AB1F883BA2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8643" y="1893038"/>
            <a:ext cx="1656822" cy="1656822"/>
          </a:xfrm>
          <a:prstGeom prst="rect">
            <a:avLst/>
          </a:prstGeom>
        </p:spPr>
      </p:pic>
      <p:pic>
        <p:nvPicPr>
          <p:cNvPr id="20" name="Graphic 19" descr="Stopwatch with solid fill">
            <a:extLst>
              <a:ext uri="{FF2B5EF4-FFF2-40B4-BE49-F238E27FC236}">
                <a16:creationId xmlns:a16="http://schemas.microsoft.com/office/drawing/2014/main" id="{3205CA28-8196-4BC5-831F-94658EEC6C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7600" y="1807049"/>
            <a:ext cx="1828800" cy="1828800"/>
          </a:xfrm>
          <a:prstGeom prst="rect">
            <a:avLst/>
          </a:prstGeom>
        </p:spPr>
      </p:pic>
    </p:spTree>
    <p:extLst>
      <p:ext uri="{BB962C8B-B14F-4D97-AF65-F5344CB8AC3E}">
        <p14:creationId xmlns:p14="http://schemas.microsoft.com/office/powerpoint/2010/main" val="405408450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D604B-9A6F-54CF-5B3F-40120A109A46}"/>
              </a:ext>
            </a:extLst>
          </p:cNvPr>
          <p:cNvSpPr>
            <a:spLocks noGrp="1"/>
          </p:cNvSpPr>
          <p:nvPr>
            <p:ph type="title"/>
          </p:nvPr>
        </p:nvSpPr>
        <p:spPr>
          <a:xfrm>
            <a:off x="0" y="0"/>
            <a:ext cx="11023590" cy="1138773"/>
          </a:xfrm>
        </p:spPr>
        <p:txBody>
          <a:bodyPr wrap="square" anchor="ctr">
            <a:normAutofit/>
          </a:bodyPr>
          <a:lstStyle/>
          <a:p>
            <a:r>
              <a:rPr lang="en-US" sz="3600" dirty="0"/>
              <a:t>TIME OFF</a:t>
            </a:r>
          </a:p>
        </p:txBody>
      </p:sp>
      <p:sp>
        <p:nvSpPr>
          <p:cNvPr id="5" name="Content Placeholder 2">
            <a:extLst>
              <a:ext uri="{FF2B5EF4-FFF2-40B4-BE49-F238E27FC236}">
                <a16:creationId xmlns:a16="http://schemas.microsoft.com/office/drawing/2014/main" id="{4AC6E4CA-ADF4-7776-A487-E72A6A74AD22}"/>
              </a:ext>
            </a:extLst>
          </p:cNvPr>
          <p:cNvSpPr>
            <a:spLocks noGrp="1"/>
          </p:cNvSpPr>
          <p:nvPr>
            <p:ph idx="1"/>
          </p:nvPr>
        </p:nvSpPr>
        <p:spPr>
          <a:xfrm>
            <a:off x="495300" y="1483786"/>
            <a:ext cx="8572500" cy="894660"/>
          </a:xfrm>
        </p:spPr>
        <p:txBody>
          <a:bodyPr>
            <a:normAutofit/>
          </a:bodyPr>
          <a:lstStyle/>
          <a:p>
            <a:pPr marL="42862" indent="0">
              <a:buNone/>
            </a:pPr>
            <a:r>
              <a:rPr lang="en-US" dirty="0"/>
              <a:t>All time off is </a:t>
            </a:r>
            <a:r>
              <a:rPr lang="en-US" b="1" dirty="0"/>
              <a:t>unpaid</a:t>
            </a:r>
            <a:r>
              <a:rPr lang="en-US" dirty="0"/>
              <a:t> (including holidays)</a:t>
            </a:r>
          </a:p>
          <a:p>
            <a:pPr marL="42862" indent="0">
              <a:buNone/>
            </a:pPr>
            <a:endParaRPr lang="en-US" dirty="0"/>
          </a:p>
        </p:txBody>
      </p:sp>
      <p:sp>
        <p:nvSpPr>
          <p:cNvPr id="6" name="Text Placeholder 2">
            <a:extLst>
              <a:ext uri="{FF2B5EF4-FFF2-40B4-BE49-F238E27FC236}">
                <a16:creationId xmlns:a16="http://schemas.microsoft.com/office/drawing/2014/main" id="{939FFEAF-E672-9491-582C-92E70E44F8A9}"/>
              </a:ext>
            </a:extLst>
          </p:cNvPr>
          <p:cNvSpPr txBox="1">
            <a:spLocks/>
          </p:cNvSpPr>
          <p:nvPr/>
        </p:nvSpPr>
        <p:spPr>
          <a:xfrm>
            <a:off x="506819" y="2628900"/>
            <a:ext cx="7502064" cy="223393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b="1" dirty="0"/>
              <a:t>Planned Time Off </a:t>
            </a:r>
          </a:p>
          <a:p>
            <a:pPr marL="0" indent="0">
              <a:buNone/>
            </a:pPr>
            <a:r>
              <a:rPr lang="en-US" sz="2400" b="1" dirty="0">
                <a:solidFill>
                  <a:schemeClr val="accent1"/>
                </a:solidFill>
              </a:rPr>
              <a:t>Notify Joseph (</a:t>
            </a:r>
            <a:r>
              <a:rPr lang="en-US" sz="2400" b="1" dirty="0">
                <a:solidFill>
                  <a:schemeClr val="accent1"/>
                </a:solidFill>
                <a:hlinkClick r:id="rId3"/>
              </a:rPr>
              <a:t>joseph.maxwell@hyland.com</a:t>
            </a:r>
            <a:r>
              <a:rPr lang="en-US" sz="2400" b="1" dirty="0">
                <a:solidFill>
                  <a:schemeClr val="accent1"/>
                </a:solidFill>
              </a:rPr>
              <a:t>) </a:t>
            </a:r>
          </a:p>
          <a:p>
            <a:pPr marL="0" indent="0">
              <a:buNone/>
            </a:pPr>
            <a:endParaRPr lang="en-US" sz="1800" b="1" dirty="0">
              <a:solidFill>
                <a:schemeClr val="tx1">
                  <a:lumMod val="65000"/>
                  <a:lumOff val="35000"/>
                </a:schemeClr>
              </a:solidFill>
            </a:endParaRPr>
          </a:p>
          <a:p>
            <a:pPr marL="0" indent="0">
              <a:buFont typeface="Arial"/>
              <a:buNone/>
            </a:pPr>
            <a:r>
              <a:rPr lang="en-US" b="1" dirty="0"/>
              <a:t>Unscheduled Time Off</a:t>
            </a:r>
          </a:p>
          <a:p>
            <a:pPr marL="0" indent="0">
              <a:buNone/>
            </a:pPr>
            <a:r>
              <a:rPr lang="en-US" sz="2400" b="1" dirty="0">
                <a:solidFill>
                  <a:schemeClr val="accent1"/>
                </a:solidFill>
              </a:rPr>
              <a:t>Notify </a:t>
            </a:r>
            <a:r>
              <a:rPr lang="en-US" sz="2400" b="1" dirty="0">
                <a:solidFill>
                  <a:schemeClr val="accent1"/>
                </a:solidFill>
                <a:hlinkClick r:id="rId4"/>
              </a:rPr>
              <a:t>techoutreach@hyland.com</a:t>
            </a:r>
            <a:r>
              <a:rPr lang="en-US" sz="2400" b="1" dirty="0">
                <a:solidFill>
                  <a:schemeClr val="accent1"/>
                </a:solidFill>
              </a:rPr>
              <a:t> </a:t>
            </a:r>
          </a:p>
          <a:p>
            <a:pPr marL="0" indent="0">
              <a:buNone/>
            </a:pPr>
            <a:endParaRPr lang="en-US" b="1" dirty="0"/>
          </a:p>
        </p:txBody>
      </p:sp>
      <p:pic>
        <p:nvPicPr>
          <p:cNvPr id="11" name="Graphic 10" descr="Monthly calendar with solid fill">
            <a:extLst>
              <a:ext uri="{FF2B5EF4-FFF2-40B4-BE49-F238E27FC236}">
                <a16:creationId xmlns:a16="http://schemas.microsoft.com/office/drawing/2014/main" id="{8F40D60C-0AF1-9A52-EE12-7AED78A428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53300" y="2316220"/>
            <a:ext cx="3908054" cy="3908054"/>
          </a:xfrm>
          <a:prstGeom prst="rect">
            <a:avLst/>
          </a:prstGeom>
        </p:spPr>
      </p:pic>
    </p:spTree>
    <p:extLst>
      <p:ext uri="{BB962C8B-B14F-4D97-AF65-F5344CB8AC3E}">
        <p14:creationId xmlns:p14="http://schemas.microsoft.com/office/powerpoint/2010/main" val="305477223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D604B-9A6F-54CF-5B3F-40120A109A46}"/>
              </a:ext>
            </a:extLst>
          </p:cNvPr>
          <p:cNvSpPr>
            <a:spLocks noGrp="1"/>
          </p:cNvSpPr>
          <p:nvPr>
            <p:ph type="title"/>
          </p:nvPr>
        </p:nvSpPr>
        <p:spPr>
          <a:xfrm>
            <a:off x="0" y="0"/>
            <a:ext cx="11023590" cy="1138773"/>
          </a:xfrm>
        </p:spPr>
        <p:txBody>
          <a:bodyPr wrap="square" anchor="ctr">
            <a:normAutofit/>
          </a:bodyPr>
          <a:lstStyle/>
          <a:p>
            <a:r>
              <a:rPr lang="en-US" sz="3600" dirty="0"/>
              <a:t>TIPS FOR SUCCESS</a:t>
            </a:r>
          </a:p>
        </p:txBody>
      </p:sp>
      <p:sp>
        <p:nvSpPr>
          <p:cNvPr id="7" name="Content Placeholder 9">
            <a:extLst>
              <a:ext uri="{FF2B5EF4-FFF2-40B4-BE49-F238E27FC236}">
                <a16:creationId xmlns:a16="http://schemas.microsoft.com/office/drawing/2014/main" id="{0D3BC2FF-59DC-58A7-A30E-A360441973EA}"/>
              </a:ext>
            </a:extLst>
          </p:cNvPr>
          <p:cNvSpPr>
            <a:spLocks noGrp="1"/>
          </p:cNvSpPr>
          <p:nvPr>
            <p:ph idx="1"/>
          </p:nvPr>
        </p:nvSpPr>
        <p:spPr>
          <a:xfrm>
            <a:off x="381000" y="1600200"/>
            <a:ext cx="6286500" cy="5153025"/>
          </a:xfrm>
        </p:spPr>
        <p:txBody>
          <a:bodyPr vert="horz" lIns="0" tIns="0" rIns="0" bIns="0" rtlCol="0" anchor="t">
            <a:normAutofit/>
          </a:bodyPr>
          <a:lstStyle/>
          <a:p>
            <a:pPr indent="-213995"/>
            <a:r>
              <a:rPr lang="en-US" b="1" dirty="0"/>
              <a:t>Check your email everyday!</a:t>
            </a:r>
            <a:endParaRPr lang="en-US" dirty="0"/>
          </a:p>
          <a:p>
            <a:pPr indent="-213995"/>
            <a:r>
              <a:rPr lang="en-US" b="1" dirty="0"/>
              <a:t>Always have Outlook open</a:t>
            </a:r>
            <a:br>
              <a:rPr lang="en-US" b="1" dirty="0"/>
            </a:br>
            <a:r>
              <a:rPr lang="en-US" sz="2400" dirty="0"/>
              <a:t>Don’t miss important information we send about the internship program or companywide messages</a:t>
            </a:r>
            <a:endParaRPr lang="en-US" sz="2400" dirty="0">
              <a:cs typeface="Arial"/>
            </a:endParaRPr>
          </a:p>
          <a:p>
            <a:pPr indent="-213995"/>
            <a:r>
              <a:rPr lang="en-US" b="1" dirty="0"/>
              <a:t>Always be logged into Teams</a:t>
            </a:r>
            <a:br>
              <a:rPr lang="en-US" b="1" dirty="0"/>
            </a:br>
            <a:r>
              <a:rPr lang="en-US" sz="2400" dirty="0"/>
              <a:t>Internal messaging system</a:t>
            </a:r>
            <a:endParaRPr lang="en-US" sz="2400" dirty="0">
              <a:cs typeface="Arial"/>
            </a:endParaRPr>
          </a:p>
          <a:p>
            <a:pPr indent="-213995"/>
            <a:r>
              <a:rPr lang="en-US" b="1" dirty="0"/>
              <a:t>Professional Communication</a:t>
            </a:r>
            <a:br>
              <a:rPr lang="en-US" sz="2000" dirty="0"/>
            </a:br>
            <a:r>
              <a:rPr lang="en-US" sz="2400" dirty="0"/>
              <a:t>Be aware of the way you communicate to others</a:t>
            </a:r>
            <a:endParaRPr lang="en-US" sz="2400" dirty="0">
              <a:cs typeface="Arial" panose="020B0604020202020204"/>
            </a:endParaRPr>
          </a:p>
        </p:txBody>
      </p:sp>
      <p:pic>
        <p:nvPicPr>
          <p:cNvPr id="9" name="Graphic 8" descr="Monitor with solid fill">
            <a:extLst>
              <a:ext uri="{FF2B5EF4-FFF2-40B4-BE49-F238E27FC236}">
                <a16:creationId xmlns:a16="http://schemas.microsoft.com/office/drawing/2014/main" id="{DB6139E6-F668-D460-E8BC-D27D3C42B5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19484" y="2105104"/>
            <a:ext cx="3104992" cy="3104992"/>
          </a:xfrm>
          <a:prstGeom prst="rect">
            <a:avLst/>
          </a:prstGeom>
        </p:spPr>
      </p:pic>
      <p:pic>
        <p:nvPicPr>
          <p:cNvPr id="12" name="Graphic 11" descr="Email with solid fill">
            <a:extLst>
              <a:ext uri="{FF2B5EF4-FFF2-40B4-BE49-F238E27FC236}">
                <a16:creationId xmlns:a16="http://schemas.microsoft.com/office/drawing/2014/main" id="{92DF866B-B73B-B71D-7A87-578F8255D5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39200" y="2857500"/>
            <a:ext cx="1143000" cy="1143000"/>
          </a:xfrm>
          <a:prstGeom prst="rect">
            <a:avLst/>
          </a:prstGeom>
        </p:spPr>
      </p:pic>
    </p:spTree>
    <p:extLst>
      <p:ext uri="{BB962C8B-B14F-4D97-AF65-F5344CB8AC3E}">
        <p14:creationId xmlns:p14="http://schemas.microsoft.com/office/powerpoint/2010/main" val="367566396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D604B-9A6F-54CF-5B3F-40120A109A46}"/>
              </a:ext>
            </a:extLst>
          </p:cNvPr>
          <p:cNvSpPr>
            <a:spLocks noGrp="1"/>
          </p:cNvSpPr>
          <p:nvPr>
            <p:ph type="title"/>
          </p:nvPr>
        </p:nvSpPr>
        <p:spPr>
          <a:xfrm>
            <a:off x="0" y="0"/>
            <a:ext cx="11023590" cy="1138773"/>
          </a:xfrm>
        </p:spPr>
        <p:txBody>
          <a:bodyPr wrap="square" anchor="ctr">
            <a:normAutofit/>
          </a:bodyPr>
          <a:lstStyle/>
          <a:p>
            <a:r>
              <a:rPr lang="en-US" sz="3600" dirty="0"/>
              <a:t>INTERNAL RESOURCES</a:t>
            </a:r>
          </a:p>
        </p:txBody>
      </p:sp>
      <p:sp>
        <p:nvSpPr>
          <p:cNvPr id="10" name="Rectangle 9">
            <a:extLst>
              <a:ext uri="{FF2B5EF4-FFF2-40B4-BE49-F238E27FC236}">
                <a16:creationId xmlns:a16="http://schemas.microsoft.com/office/drawing/2014/main" id="{FC6520EE-B686-A5EF-6EBA-AF1D4C9ABAFD}"/>
              </a:ext>
            </a:extLst>
          </p:cNvPr>
          <p:cNvSpPr/>
          <p:nvPr/>
        </p:nvSpPr>
        <p:spPr>
          <a:xfrm>
            <a:off x="8730796" y="6409672"/>
            <a:ext cx="3461204" cy="400110"/>
          </a:xfrm>
          <a:prstGeom prst="rect">
            <a:avLst/>
          </a:prstGeom>
        </p:spPr>
        <p:txBody>
          <a:bodyPr wrap="none">
            <a:spAutoFit/>
          </a:bodyPr>
          <a:lstStyle/>
          <a:p>
            <a:r>
              <a:rPr lang="en-US" sz="2000" b="1" dirty="0">
                <a:solidFill>
                  <a:schemeClr val="accent1"/>
                </a:solidFill>
                <a:hlinkClick r:id="rId3"/>
              </a:rPr>
              <a:t>https://myhub.hyland.com/</a:t>
            </a:r>
            <a:endParaRPr lang="en-US" sz="2000" dirty="0">
              <a:solidFill>
                <a:schemeClr val="accent1"/>
              </a:solidFill>
            </a:endParaRPr>
          </a:p>
        </p:txBody>
      </p:sp>
      <p:pic>
        <p:nvPicPr>
          <p:cNvPr id="9" name="Picture 8">
            <a:extLst>
              <a:ext uri="{FF2B5EF4-FFF2-40B4-BE49-F238E27FC236}">
                <a16:creationId xmlns:a16="http://schemas.microsoft.com/office/drawing/2014/main" id="{B2D5415A-52AC-EE8C-C6F7-695F74A6A697}"/>
              </a:ext>
            </a:extLst>
          </p:cNvPr>
          <p:cNvPicPr>
            <a:picLocks noChangeAspect="1"/>
          </p:cNvPicPr>
          <p:nvPr/>
        </p:nvPicPr>
        <p:blipFill>
          <a:blip r:embed="rId4"/>
          <a:stretch>
            <a:fillRect/>
          </a:stretch>
        </p:blipFill>
        <p:spPr>
          <a:xfrm>
            <a:off x="0" y="1138773"/>
            <a:ext cx="12192000" cy="5270899"/>
          </a:xfrm>
          <a:prstGeom prst="rect">
            <a:avLst/>
          </a:prstGeom>
        </p:spPr>
      </p:pic>
    </p:spTree>
    <p:extLst>
      <p:ext uri="{BB962C8B-B14F-4D97-AF65-F5344CB8AC3E}">
        <p14:creationId xmlns:p14="http://schemas.microsoft.com/office/powerpoint/2010/main" val="387972035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a:extLst>
              <a:ext uri="{FF2B5EF4-FFF2-40B4-BE49-F238E27FC236}">
                <a16:creationId xmlns:a16="http://schemas.microsoft.com/office/drawing/2014/main" id="{5B1E803A-CDB9-FEED-E9B7-BB44998429FF}"/>
              </a:ext>
            </a:extLst>
          </p:cNvPr>
          <p:cNvSpPr txBox="1">
            <a:spLocks/>
          </p:cNvSpPr>
          <p:nvPr/>
        </p:nvSpPr>
        <p:spPr>
          <a:xfrm>
            <a:off x="781051" y="2171700"/>
            <a:ext cx="3981450" cy="2053829"/>
          </a:xfrm>
          <a:prstGeom prst="rect">
            <a:avLst/>
          </a:prstGeom>
        </p:spPr>
        <p:txBody>
          <a:bodyPr vert="horz" lIns="91440" tIns="91440" rIns="91440" bIns="91440" rtlCol="0" anchor="ctr">
            <a:normAutofit/>
          </a:bodyPr>
          <a:lstStyle>
            <a:lvl1pPr algn="l" defTabSz="914400" rtl="0" eaLnBrk="1" latinLnBrk="0" hangingPunct="1">
              <a:lnSpc>
                <a:spcPct val="90000"/>
              </a:lnSpc>
              <a:spcBef>
                <a:spcPct val="0"/>
              </a:spcBef>
              <a:buNone/>
              <a:defRPr sz="4000" b="1" kern="1200" cap="none" baseline="0">
                <a:solidFill>
                  <a:schemeClr val="tx1"/>
                </a:solidFill>
                <a:latin typeface="+mj-lt"/>
                <a:ea typeface="+mj-ea"/>
                <a:cs typeface="+mj-cs"/>
              </a:defRPr>
            </a:lvl1pPr>
          </a:lstStyle>
          <a:p>
            <a:pPr marL="42862"/>
            <a:r>
              <a:rPr lang="en-US" sz="4800" dirty="0"/>
              <a:t>HEADS UP!</a:t>
            </a:r>
          </a:p>
        </p:txBody>
      </p:sp>
      <p:sp>
        <p:nvSpPr>
          <p:cNvPr id="7" name="Text Placeholder 2">
            <a:extLst>
              <a:ext uri="{FF2B5EF4-FFF2-40B4-BE49-F238E27FC236}">
                <a16:creationId xmlns:a16="http://schemas.microsoft.com/office/drawing/2014/main" id="{91EBC1FE-4A12-93C3-1AA2-68E514565DBB}"/>
              </a:ext>
            </a:extLst>
          </p:cNvPr>
          <p:cNvSpPr txBox="1">
            <a:spLocks/>
          </p:cNvSpPr>
          <p:nvPr/>
        </p:nvSpPr>
        <p:spPr>
          <a:xfrm>
            <a:off x="6096000" y="2171700"/>
            <a:ext cx="5314949" cy="2846566"/>
          </a:xfrm>
          <a:prstGeom prst="rect">
            <a:avLst/>
          </a:prstGeom>
        </p:spPr>
        <p:txBody>
          <a:bodyPr vert="horz" lIns="91440" tIns="91440" rIns="91440" bIns="91440" rtlCol="0" anchor="ctr">
            <a:normAutofit fontScale="32500" lnSpcReduction="20000"/>
          </a:bodyPr>
          <a:lstStyle>
            <a:lvl1pPr marL="344488" indent="-231775"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Char char="•"/>
              <a:defRPr sz="28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600"/>
              </a:spcAft>
              <a:buClr>
                <a:schemeClr val="accent1"/>
              </a:buClr>
              <a:buSzPct val="80000"/>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nSpc>
                <a:spcPct val="90000"/>
              </a:lnSpc>
              <a:buFont typeface="Wingdings" panose="05000000000000000000" pitchFamily="2" charset="2"/>
              <a:buChar char="§"/>
            </a:pPr>
            <a:r>
              <a:rPr lang="en-US" sz="12800" b="1" dirty="0"/>
              <a:t>End Date: Aug 6 </a:t>
            </a:r>
          </a:p>
          <a:p>
            <a:pPr marL="112713" indent="0">
              <a:lnSpc>
                <a:spcPct val="90000"/>
              </a:lnSpc>
              <a:buNone/>
            </a:pPr>
            <a:endParaRPr lang="en-US" sz="12800" b="1" dirty="0"/>
          </a:p>
          <a:p>
            <a:pPr>
              <a:lnSpc>
                <a:spcPct val="90000"/>
              </a:lnSpc>
              <a:buFont typeface="Wingdings" panose="05000000000000000000" pitchFamily="2" charset="2"/>
              <a:buChar char="§"/>
            </a:pPr>
            <a:r>
              <a:rPr lang="en-US" sz="12800" b="1" dirty="0"/>
              <a:t>End of Summer Presentations</a:t>
            </a:r>
          </a:p>
          <a:p>
            <a:pPr>
              <a:lnSpc>
                <a:spcPct val="90000"/>
              </a:lnSpc>
              <a:buFont typeface="Wingdings" panose="05000000000000000000" pitchFamily="2" charset="2"/>
              <a:buChar char="§"/>
            </a:pPr>
            <a:endParaRPr lang="en-US" sz="12800" b="1" dirty="0"/>
          </a:p>
          <a:p>
            <a:pPr marL="84535" indent="0">
              <a:lnSpc>
                <a:spcPct val="90000"/>
              </a:lnSpc>
              <a:buFont typeface="Arial" panose="020B0604020202020204" pitchFamily="34" charset="0"/>
              <a:buNone/>
            </a:pPr>
            <a:endParaRPr lang="en-US" sz="2400" b="1" dirty="0"/>
          </a:p>
          <a:p>
            <a:pPr>
              <a:lnSpc>
                <a:spcPct val="90000"/>
              </a:lnSpc>
            </a:pPr>
            <a:endParaRPr lang="en-US" sz="1600" b="1" dirty="0"/>
          </a:p>
        </p:txBody>
      </p:sp>
    </p:spTree>
    <p:extLst>
      <p:ext uri="{BB962C8B-B14F-4D97-AF65-F5344CB8AC3E}">
        <p14:creationId xmlns:p14="http://schemas.microsoft.com/office/powerpoint/2010/main" val="1406038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left)">
                                      <p:cBhvr>
                                        <p:cTn id="1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7D604B-9A6F-54CF-5B3F-40120A109A46}"/>
              </a:ext>
            </a:extLst>
          </p:cNvPr>
          <p:cNvSpPr>
            <a:spLocks noGrp="1"/>
          </p:cNvSpPr>
          <p:nvPr>
            <p:ph type="title"/>
          </p:nvPr>
        </p:nvSpPr>
        <p:spPr>
          <a:xfrm>
            <a:off x="0" y="0"/>
            <a:ext cx="11023590" cy="1138773"/>
          </a:xfrm>
        </p:spPr>
        <p:txBody>
          <a:bodyPr wrap="square" anchor="ctr">
            <a:normAutofit/>
          </a:bodyPr>
          <a:lstStyle/>
          <a:p>
            <a:r>
              <a:rPr lang="en-US" sz="4400" dirty="0"/>
              <a:t>QUESTIONS?</a:t>
            </a:r>
          </a:p>
        </p:txBody>
      </p:sp>
      <p:sp>
        <p:nvSpPr>
          <p:cNvPr id="31" name="TextBox 30">
            <a:extLst>
              <a:ext uri="{FF2B5EF4-FFF2-40B4-BE49-F238E27FC236}">
                <a16:creationId xmlns:a16="http://schemas.microsoft.com/office/drawing/2014/main" id="{51C4E8F5-F58C-A30C-AD86-9D3802442277}"/>
              </a:ext>
            </a:extLst>
          </p:cNvPr>
          <p:cNvSpPr txBox="1"/>
          <p:nvPr/>
        </p:nvSpPr>
        <p:spPr>
          <a:xfrm>
            <a:off x="4983150" y="1918893"/>
            <a:ext cx="1927233" cy="1458861"/>
          </a:xfrm>
          <a:prstGeom prst="rect">
            <a:avLst/>
          </a:prstGeom>
          <a:noFill/>
        </p:spPr>
        <p:txBody>
          <a:bodyPr wrap="square" lIns="182880" tIns="146304" rIns="182880" bIns="146304" rtlCol="0">
            <a:spAutoFit/>
          </a:bodyPr>
          <a:lstStyle/>
          <a:p>
            <a:pPr algn="ctr">
              <a:lnSpc>
                <a:spcPct val="90000"/>
              </a:lnSpc>
              <a:spcAft>
                <a:spcPts val="600"/>
              </a:spcAft>
            </a:pPr>
            <a:r>
              <a:rPr lang="en-US" sz="2800" b="1" dirty="0">
                <a:solidFill>
                  <a:schemeClr val="bg1"/>
                </a:solidFill>
              </a:rPr>
              <a:t>Financial Literacy Program</a:t>
            </a:r>
          </a:p>
        </p:txBody>
      </p:sp>
      <p:sp>
        <p:nvSpPr>
          <p:cNvPr id="32" name="TextBox 31">
            <a:extLst>
              <a:ext uri="{FF2B5EF4-FFF2-40B4-BE49-F238E27FC236}">
                <a16:creationId xmlns:a16="http://schemas.microsoft.com/office/drawing/2014/main" id="{613B57D5-B032-34C9-C297-66B901F78080}"/>
              </a:ext>
            </a:extLst>
          </p:cNvPr>
          <p:cNvSpPr txBox="1"/>
          <p:nvPr/>
        </p:nvSpPr>
        <p:spPr>
          <a:xfrm>
            <a:off x="8382316" y="2401023"/>
            <a:ext cx="1755247" cy="683264"/>
          </a:xfrm>
          <a:prstGeom prst="rect">
            <a:avLst/>
          </a:prstGeom>
          <a:noFill/>
        </p:spPr>
        <p:txBody>
          <a:bodyPr wrap="square" lIns="182880" tIns="146304" rIns="182880" bIns="146304" rtlCol="0">
            <a:spAutoFit/>
          </a:bodyPr>
          <a:lstStyle/>
          <a:p>
            <a:pPr algn="ctr">
              <a:lnSpc>
                <a:spcPct val="90000"/>
              </a:lnSpc>
              <a:spcAft>
                <a:spcPts val="600"/>
              </a:spcAft>
            </a:pPr>
            <a:r>
              <a:rPr lang="en-US" sz="2800" b="1" dirty="0">
                <a:solidFill>
                  <a:schemeClr val="bg1"/>
                </a:solidFill>
              </a:rPr>
              <a:t>Socials</a:t>
            </a:r>
          </a:p>
        </p:txBody>
      </p:sp>
      <p:sp>
        <p:nvSpPr>
          <p:cNvPr id="34" name="TextBox 33">
            <a:extLst>
              <a:ext uri="{FF2B5EF4-FFF2-40B4-BE49-F238E27FC236}">
                <a16:creationId xmlns:a16="http://schemas.microsoft.com/office/drawing/2014/main" id="{D0BDF157-FD72-3B4C-C481-C3D819B67BB1}"/>
              </a:ext>
            </a:extLst>
          </p:cNvPr>
          <p:cNvSpPr txBox="1"/>
          <p:nvPr/>
        </p:nvSpPr>
        <p:spPr>
          <a:xfrm>
            <a:off x="6408183" y="4779868"/>
            <a:ext cx="2677627" cy="1148007"/>
          </a:xfrm>
          <a:prstGeom prst="rect">
            <a:avLst/>
          </a:prstGeom>
          <a:noFill/>
        </p:spPr>
        <p:txBody>
          <a:bodyPr wrap="square" lIns="182880" tIns="146304" rIns="182880" bIns="146304" rtlCol="0">
            <a:spAutoFit/>
          </a:bodyPr>
          <a:lstStyle/>
          <a:p>
            <a:pPr algn="ctr">
              <a:lnSpc>
                <a:spcPct val="90000"/>
              </a:lnSpc>
              <a:spcAft>
                <a:spcPts val="600"/>
              </a:spcAft>
            </a:pPr>
            <a:r>
              <a:rPr lang="en-US" sz="2800" b="1" dirty="0">
                <a:solidFill>
                  <a:schemeClr val="bg1"/>
                </a:solidFill>
              </a:rPr>
              <a:t>Cornerstone</a:t>
            </a:r>
          </a:p>
          <a:p>
            <a:pPr algn="ctr">
              <a:lnSpc>
                <a:spcPct val="90000"/>
              </a:lnSpc>
              <a:spcAft>
                <a:spcPts val="600"/>
              </a:spcAft>
            </a:pPr>
            <a:r>
              <a:rPr lang="en-US" sz="2800" b="1" dirty="0">
                <a:solidFill>
                  <a:schemeClr val="bg1"/>
                </a:solidFill>
              </a:rPr>
              <a:t>Classes</a:t>
            </a:r>
          </a:p>
        </p:txBody>
      </p:sp>
      <p:sp>
        <p:nvSpPr>
          <p:cNvPr id="5" name="TextBox 4">
            <a:extLst>
              <a:ext uri="{FF2B5EF4-FFF2-40B4-BE49-F238E27FC236}">
                <a16:creationId xmlns:a16="http://schemas.microsoft.com/office/drawing/2014/main" id="{D0098389-6BA7-CE8F-37E3-A0757BA3516F}"/>
              </a:ext>
            </a:extLst>
          </p:cNvPr>
          <p:cNvSpPr txBox="1"/>
          <p:nvPr/>
        </p:nvSpPr>
        <p:spPr>
          <a:xfrm>
            <a:off x="2240491" y="2714955"/>
            <a:ext cx="7711018" cy="738664"/>
          </a:xfrm>
          <a:prstGeom prst="rect">
            <a:avLst/>
          </a:prstGeom>
          <a:solidFill>
            <a:srgbClr val="99C0AD"/>
          </a:solidFill>
        </p:spPr>
        <p:txBody>
          <a:bodyPr wrap="square" lIns="182880" tIns="146304" rIns="182880" bIns="146304" rtlCol="0">
            <a:spAutoFit/>
          </a:bodyPr>
          <a:lstStyle/>
          <a:p>
            <a:pPr algn="ctr">
              <a:lnSpc>
                <a:spcPct val="90000"/>
              </a:lnSpc>
              <a:spcAft>
                <a:spcPts val="600"/>
              </a:spcAft>
            </a:pPr>
            <a:r>
              <a:rPr lang="en-US" sz="3200" dirty="0">
                <a:gradFill>
                  <a:gsLst>
                    <a:gs pos="2917">
                      <a:schemeClr val="tx1"/>
                    </a:gs>
                    <a:gs pos="30000">
                      <a:schemeClr val="tx1"/>
                    </a:gs>
                  </a:gsLst>
                  <a:lin ang="5400000" scaled="0"/>
                </a:gradFill>
              </a:rPr>
              <a:t>TechOutreach@Hyland.com</a:t>
            </a:r>
          </a:p>
        </p:txBody>
      </p:sp>
    </p:spTree>
    <p:extLst>
      <p:ext uri="{BB962C8B-B14F-4D97-AF65-F5344CB8AC3E}">
        <p14:creationId xmlns:p14="http://schemas.microsoft.com/office/powerpoint/2010/main" val="73869371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C41CC-565E-30F9-BD56-475F6C7D55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D6FBA-3F49-E4D7-5A41-01156F23BAFA}"/>
              </a:ext>
            </a:extLst>
          </p:cNvPr>
          <p:cNvSpPr>
            <a:spLocks noGrp="1"/>
          </p:cNvSpPr>
          <p:nvPr>
            <p:ph type="ctrTitle"/>
          </p:nvPr>
        </p:nvSpPr>
        <p:spPr/>
        <p:txBody>
          <a:bodyPr/>
          <a:lstStyle/>
          <a:p>
            <a:r>
              <a:rPr lang="en-US"/>
              <a:t>Photos</a:t>
            </a:r>
            <a:endParaRPr lang="en-US" dirty="0"/>
          </a:p>
        </p:txBody>
      </p:sp>
      <p:sp>
        <p:nvSpPr>
          <p:cNvPr id="3" name="Subtitle 2">
            <a:extLst>
              <a:ext uri="{FF2B5EF4-FFF2-40B4-BE49-F238E27FC236}">
                <a16:creationId xmlns:a16="http://schemas.microsoft.com/office/drawing/2014/main" id="{97664F70-3C89-C4E9-4257-4AD587C3727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65885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9C0DC-B238-3823-59FF-55A5FC4212E1}"/>
              </a:ext>
            </a:extLst>
          </p:cNvPr>
          <p:cNvSpPr>
            <a:spLocks noGrp="1"/>
          </p:cNvSpPr>
          <p:nvPr>
            <p:ph type="title"/>
          </p:nvPr>
        </p:nvSpPr>
        <p:spPr/>
        <p:txBody>
          <a:bodyPr/>
          <a:lstStyle/>
          <a:p>
            <a:r>
              <a:rPr lang="en-US" dirty="0"/>
              <a:t>THANK YOU</a:t>
            </a:r>
          </a:p>
        </p:txBody>
      </p:sp>
      <p:sp>
        <p:nvSpPr>
          <p:cNvPr id="5" name="Text Placeholder 4">
            <a:extLst>
              <a:ext uri="{FF2B5EF4-FFF2-40B4-BE49-F238E27FC236}">
                <a16:creationId xmlns:a16="http://schemas.microsoft.com/office/drawing/2014/main" id="{1BD12287-3368-4B21-45B2-61EF269E057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1307970"/>
      </p:ext>
    </p:extLst>
  </p:cSld>
  <p:clrMapOvr>
    <a:masterClrMapping/>
  </p:clrMapOvr>
</p:sld>
</file>

<file path=ppt/theme/theme1.xml><?xml version="1.0" encoding="utf-8"?>
<a:theme xmlns:a="http://schemas.openxmlformats.org/drawingml/2006/main" name="Office Theme">
  <a:themeElements>
    <a:clrScheme name="Custom 7">
      <a:dk1>
        <a:sysClr val="windowText" lastClr="000000"/>
      </a:dk1>
      <a:lt1>
        <a:sysClr val="window" lastClr="FFFFFF"/>
      </a:lt1>
      <a:dk2>
        <a:srgbClr val="0E2841"/>
      </a:dk2>
      <a:lt2>
        <a:srgbClr val="E8E8E8"/>
      </a:lt2>
      <a:accent1>
        <a:srgbClr val="83CAEB"/>
      </a:accent1>
      <a:accent2>
        <a:srgbClr val="FFCC66"/>
      </a:accent2>
      <a:accent3>
        <a:srgbClr val="33CC33"/>
      </a:accent3>
      <a:accent4>
        <a:srgbClr val="0F9ED5"/>
      </a:accent4>
      <a:accent5>
        <a:srgbClr val="A02B93"/>
      </a:accent5>
      <a:accent6>
        <a:srgbClr val="4EA72E"/>
      </a:accent6>
      <a:hlink>
        <a:srgbClr val="467886"/>
      </a:hlink>
      <a:folHlink>
        <a:srgbClr val="96607D"/>
      </a:folHlink>
    </a:clrScheme>
    <a:fontScheme name="App Project 2024">
      <a:majorFont>
        <a:latin typeface="Director"/>
        <a:ea typeface=""/>
        <a:cs typeface=""/>
      </a:majorFont>
      <a:minorFont>
        <a:latin typeface="Inte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Hyland 2024">
  <a:themeElements>
    <a:clrScheme name="Hyland theme - 2024">
      <a:dk1>
        <a:srgbClr val="191C1A"/>
      </a:dk1>
      <a:lt1>
        <a:srgbClr val="FFFFFF"/>
      </a:lt1>
      <a:dk2>
        <a:srgbClr val="0071C7"/>
      </a:dk2>
      <a:lt2>
        <a:srgbClr val="F8F7F2"/>
      </a:lt2>
      <a:accent1>
        <a:srgbClr val="006334"/>
      </a:accent1>
      <a:accent2>
        <a:srgbClr val="66A185"/>
      </a:accent2>
      <a:accent3>
        <a:srgbClr val="F9BF1C"/>
      </a:accent3>
      <a:accent4>
        <a:srgbClr val="DD085A"/>
      </a:accent4>
      <a:accent5>
        <a:srgbClr val="F95300"/>
      </a:accent5>
      <a:accent6>
        <a:srgbClr val="FFA479"/>
      </a:accent6>
      <a:hlink>
        <a:srgbClr val="006334"/>
      </a:hlink>
      <a:folHlink>
        <a:srgbClr val="66A1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yland">
      <a:fillStyleLst>
        <a:solidFill>
          <a:schemeClr val="phClr"/>
        </a:solidFill>
        <a:solidFill>
          <a:schemeClr val="phClr">
            <a:satMod val="180000"/>
            <a:tint val="40000"/>
          </a:schemeClr>
        </a:solidFill>
        <a:solidFill>
          <a:schemeClr val="phClr">
            <a:shade val="40000"/>
          </a:schemeClr>
        </a:solidFill>
      </a:fillStyleLst>
      <a:lnStyleLst>
        <a:ln>
          <a:solidFill>
            <a:schemeClr val="phClr"/>
          </a:solidFill>
          <a:headEnd type="none" w="med" len="med"/>
          <a:tailEnd type="none" w="med" len="med"/>
        </a:ln>
        <a:ln w="12700" cap="flat" cmpd="sng" algn="ctr">
          <a:solidFill>
            <a:schemeClr val="phClr"/>
          </a:solidFill>
          <a:prstDash val="solid"/>
          <a:miter lim="800000"/>
        </a:ln>
        <a:ln>
          <a:solidFill>
            <a:schemeClr val="phClr"/>
          </a:solidFill>
          <a:headEnd type="none" w="med" len="med"/>
          <a:tailEnd type="none" w="med" len="me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bwMode="auto">
        <a:solidFill>
          <a:schemeClr val="bg2"/>
        </a:solidFill>
        <a:ln w="12700">
          <a:solidFill>
            <a:schemeClr val="tx2"/>
          </a:solidFill>
          <a:miter lim="800000"/>
          <a:headEnd type="none" w="med" len="med"/>
          <a:tailEnd type="none" w="med" len="med"/>
        </a:ln>
        <a:effectLst/>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lgn="ctr" defTabSz="932472" fontAlgn="base">
          <a:lnSpc>
            <a:spcPct val="90000"/>
          </a:lnSpc>
          <a:spcBef>
            <a:spcPct val="0"/>
          </a:spcBef>
          <a:spcAft>
            <a:spcPct val="0"/>
          </a:spcAft>
          <a:defRPr sz="1600" dirty="0" smtClean="0">
            <a:solidFill>
              <a:schemeClr val="tx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12700">
          <a:miter lim="800000"/>
          <a:headEnd type="none"/>
          <a:tailEnd type="none"/>
        </a:ln>
      </a:spPr>
      <a:bodyPr/>
      <a:lstStyle/>
      <a:style>
        <a:lnRef idx="1">
          <a:schemeClr val="dk1"/>
        </a:lnRef>
        <a:fillRef idx="0">
          <a:schemeClr val="dk1"/>
        </a:fillRef>
        <a:effectRef idx="0">
          <a:schemeClr val="dk1"/>
        </a:effectRef>
        <a:fontRef idx="minor">
          <a:schemeClr val="tx1"/>
        </a:fontRef>
      </a:style>
    </a:lnDef>
    <a:txDef>
      <a:spPr>
        <a:noFill/>
      </a:spPr>
      <a:bodyPr wrap="none" lIns="91440" tIns="91440" rIns="91440" bIns="91440" rtlCol="0" anchor="t">
        <a:spAutoFit/>
      </a:bodyPr>
      <a:lstStyle>
        <a:defPPr>
          <a:lnSpc>
            <a:spcPct val="90000"/>
          </a:lnSpc>
          <a:spcAft>
            <a:spcPts val="600"/>
          </a:spcAft>
          <a:defRPr sz="2400" dirty="0" smtClean="0">
            <a:gradFill>
              <a:gsLst>
                <a:gs pos="2917">
                  <a:schemeClr val="tx1"/>
                </a:gs>
                <a:gs pos="30000">
                  <a:schemeClr val="tx1"/>
                </a:gs>
              </a:gsLst>
              <a:lin ang="5400000" scaled="0"/>
            </a:gradFill>
          </a:defRPr>
        </a:defPPr>
      </a:lstStyle>
    </a:txDef>
  </a:objectDefaults>
  <a:extraClrSchemeLst/>
  <a:custClrLst/>
  <a:extLst>
    <a:ext uri="{05A4C25C-085E-4340-85A3-A5531E510DB2}">
      <thm15:themeFamily xmlns:thm15="http://schemas.microsoft.com/office/thememl/2012/main" name="Hyland 2023" id="{0AD07FBC-B323-472F-842E-539E02F40128}" vid="{C9ACDFCC-2933-49EE-ACF4-F936D39444C0}"/>
    </a:ext>
  </a:extLst>
</a:theme>
</file>

<file path=ppt/theme/theme3.xml><?xml version="1.0" encoding="utf-8"?>
<a:theme xmlns:a="http://schemas.openxmlformats.org/drawingml/2006/main" name="Blue Grid Interface &amp; Sticky Notes Company Profile by Slidesgo">
  <a:themeElements>
    <a:clrScheme name="Simple Light">
      <a:dk1>
        <a:srgbClr val="000000"/>
      </a:dk1>
      <a:lt1>
        <a:srgbClr val="FFFFFF"/>
      </a:lt1>
      <a:dk2>
        <a:srgbClr val="AA2FE6"/>
      </a:dk2>
      <a:lt2>
        <a:srgbClr val="FF7ACD"/>
      </a:lt2>
      <a:accent1>
        <a:srgbClr val="FFA27A"/>
      </a:accent1>
      <a:accent2>
        <a:srgbClr val="FFDF6D"/>
      </a:accent2>
      <a:accent3>
        <a:srgbClr val="8FFFC1"/>
      </a:accent3>
      <a:accent4>
        <a:srgbClr val="24069D"/>
      </a:accent4>
      <a:accent5>
        <a:srgbClr val="FFFFFF"/>
      </a:accent5>
      <a:accent6>
        <a:srgbClr val="FFFFFF"/>
      </a:accent6>
      <a:hlink>
        <a:srgbClr val="000000"/>
      </a:hlink>
      <a:folHlink>
        <a:srgbClr val="0097A7"/>
      </a:folHlink>
    </a:clrScheme>
    <a:fontScheme name="App Project 2024">
      <a:majorFont>
        <a:latin typeface="Director"/>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Blue Grid Interface &amp; Sticky Notes Company Profile by Slidesgo">
  <a:themeElements>
    <a:clrScheme name="Simple Light">
      <a:dk1>
        <a:srgbClr val="000000"/>
      </a:dk1>
      <a:lt1>
        <a:srgbClr val="FFFFFF"/>
      </a:lt1>
      <a:dk2>
        <a:srgbClr val="AA2FE6"/>
      </a:dk2>
      <a:lt2>
        <a:srgbClr val="FF7ACD"/>
      </a:lt2>
      <a:accent1>
        <a:srgbClr val="FFA27A"/>
      </a:accent1>
      <a:accent2>
        <a:srgbClr val="FFDF6D"/>
      </a:accent2>
      <a:accent3>
        <a:srgbClr val="8FFFC1"/>
      </a:accent3>
      <a:accent4>
        <a:srgbClr val="24069D"/>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1389</TotalTime>
  <Words>991</Words>
  <Application>Microsoft Office PowerPoint</Application>
  <PresentationFormat>Widescreen</PresentationFormat>
  <Paragraphs>143</Paragraphs>
  <Slides>18</Slides>
  <Notes>9</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18</vt:i4>
      </vt:variant>
    </vt:vector>
  </HeadingPairs>
  <TitlesOfParts>
    <vt:vector size="33" baseType="lpstr">
      <vt:lpstr>Calibri</vt:lpstr>
      <vt:lpstr>Roboto Condensed Light</vt:lpstr>
      <vt:lpstr>Elephant</vt:lpstr>
      <vt:lpstr>Wingdings</vt:lpstr>
      <vt:lpstr>Segoe UI</vt:lpstr>
      <vt:lpstr>Inter</vt:lpstr>
      <vt:lpstr>Director</vt:lpstr>
      <vt:lpstr>Aptos</vt:lpstr>
      <vt:lpstr>Krona One</vt:lpstr>
      <vt:lpstr>Arial</vt:lpstr>
      <vt:lpstr>Miriam Libre</vt:lpstr>
      <vt:lpstr>Office Theme</vt:lpstr>
      <vt:lpstr>Hyland 2024</vt:lpstr>
      <vt:lpstr>Blue Grid Interface &amp; Sticky Notes Company Profile by Slidesgo</vt:lpstr>
      <vt:lpstr>1_Blue Grid Interface &amp; Sticky Notes Company Profile by Slidesgo</vt:lpstr>
      <vt:lpstr>Hyland x PEEKE Internship 2026</vt:lpstr>
      <vt:lpstr>Agenda</vt:lpstr>
      <vt:lpstr>Introductions</vt:lpstr>
      <vt:lpstr>Joseph Maxwell – Instructional Designer </vt:lpstr>
      <vt:lpstr>PowerPoint Presentation</vt:lpstr>
      <vt:lpstr>PowerPoint Presentation</vt:lpstr>
      <vt:lpstr>Today’s Agenda</vt:lpstr>
      <vt:lpstr>Today’s Agenda </vt:lpstr>
      <vt:lpstr>Things You Need To Know</vt:lpstr>
      <vt:lpstr>THINGS TO REMEMBER</vt:lpstr>
      <vt:lpstr>WORK SCHEDULE</vt:lpstr>
      <vt:lpstr>TIME OFF</vt:lpstr>
      <vt:lpstr>TIPS FOR SUCCESS</vt:lpstr>
      <vt:lpstr>INTERNAL RESOURCES</vt:lpstr>
      <vt:lpstr>PowerPoint Presentation</vt:lpstr>
      <vt:lpstr>QUESTIONS?</vt:lpstr>
      <vt:lpstr>Photos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Project 2024</dc:title>
  <dc:creator>Joseph Maxwell</dc:creator>
  <cp:lastModifiedBy>Joseph Maxwell</cp:lastModifiedBy>
  <cp:revision>19</cp:revision>
  <dcterms:created xsi:type="dcterms:W3CDTF">2024-06-11T12:54:16Z</dcterms:created>
  <dcterms:modified xsi:type="dcterms:W3CDTF">2026-06-16T13:54:07Z</dcterms:modified>
</cp:coreProperties>
</file>